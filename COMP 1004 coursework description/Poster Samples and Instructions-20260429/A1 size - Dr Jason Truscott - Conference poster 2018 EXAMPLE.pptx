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sldIdLst>
    <p:sldId id="256" r:id="rId2"/>
  </p:sldIdLst>
  <p:sldSz cx="21386800" cy="30279975"/>
  <p:notesSz cx="6797675" cy="9926638"/>
  <p:defaultTextStyle>
    <a:defPPr>
      <a:defRPr lang="en-US"/>
    </a:defPPr>
    <a:lvl1pPr marL="0" algn="l" defTabSz="2952323" rtl="0" eaLnBrk="1" latinLnBrk="0" hangingPunct="1">
      <a:defRPr sz="5800" kern="1200">
        <a:solidFill>
          <a:schemeClr val="tx1"/>
        </a:solidFill>
        <a:latin typeface="+mn-lt"/>
        <a:ea typeface="+mn-ea"/>
        <a:cs typeface="+mn-cs"/>
      </a:defRPr>
    </a:lvl1pPr>
    <a:lvl2pPr marL="1476162" algn="l" defTabSz="2952323" rtl="0" eaLnBrk="1" latinLnBrk="0" hangingPunct="1">
      <a:defRPr sz="5800" kern="1200">
        <a:solidFill>
          <a:schemeClr val="tx1"/>
        </a:solidFill>
        <a:latin typeface="+mn-lt"/>
        <a:ea typeface="+mn-ea"/>
        <a:cs typeface="+mn-cs"/>
      </a:defRPr>
    </a:lvl2pPr>
    <a:lvl3pPr marL="2952323" algn="l" defTabSz="2952323" rtl="0" eaLnBrk="1" latinLnBrk="0" hangingPunct="1">
      <a:defRPr sz="5800" kern="1200">
        <a:solidFill>
          <a:schemeClr val="tx1"/>
        </a:solidFill>
        <a:latin typeface="+mn-lt"/>
        <a:ea typeface="+mn-ea"/>
        <a:cs typeface="+mn-cs"/>
      </a:defRPr>
    </a:lvl3pPr>
    <a:lvl4pPr marL="4428485" algn="l" defTabSz="2952323" rtl="0" eaLnBrk="1" latinLnBrk="0" hangingPunct="1">
      <a:defRPr sz="5800" kern="1200">
        <a:solidFill>
          <a:schemeClr val="tx1"/>
        </a:solidFill>
        <a:latin typeface="+mn-lt"/>
        <a:ea typeface="+mn-ea"/>
        <a:cs typeface="+mn-cs"/>
      </a:defRPr>
    </a:lvl4pPr>
    <a:lvl5pPr marL="5904647" algn="l" defTabSz="2952323" rtl="0" eaLnBrk="1" latinLnBrk="0" hangingPunct="1">
      <a:defRPr sz="5800" kern="1200">
        <a:solidFill>
          <a:schemeClr val="tx1"/>
        </a:solidFill>
        <a:latin typeface="+mn-lt"/>
        <a:ea typeface="+mn-ea"/>
        <a:cs typeface="+mn-cs"/>
      </a:defRPr>
    </a:lvl5pPr>
    <a:lvl6pPr marL="7380808" algn="l" defTabSz="2952323" rtl="0" eaLnBrk="1" latinLnBrk="0" hangingPunct="1">
      <a:defRPr sz="5800" kern="1200">
        <a:solidFill>
          <a:schemeClr val="tx1"/>
        </a:solidFill>
        <a:latin typeface="+mn-lt"/>
        <a:ea typeface="+mn-ea"/>
        <a:cs typeface="+mn-cs"/>
      </a:defRPr>
    </a:lvl6pPr>
    <a:lvl7pPr marL="8856970" algn="l" defTabSz="2952323" rtl="0" eaLnBrk="1" latinLnBrk="0" hangingPunct="1">
      <a:defRPr sz="5800" kern="1200">
        <a:solidFill>
          <a:schemeClr val="tx1"/>
        </a:solidFill>
        <a:latin typeface="+mn-lt"/>
        <a:ea typeface="+mn-ea"/>
        <a:cs typeface="+mn-cs"/>
      </a:defRPr>
    </a:lvl7pPr>
    <a:lvl8pPr marL="10333131" algn="l" defTabSz="2952323" rtl="0" eaLnBrk="1" latinLnBrk="0" hangingPunct="1">
      <a:defRPr sz="5800" kern="1200">
        <a:solidFill>
          <a:schemeClr val="tx1"/>
        </a:solidFill>
        <a:latin typeface="+mn-lt"/>
        <a:ea typeface="+mn-ea"/>
        <a:cs typeface="+mn-cs"/>
      </a:defRPr>
    </a:lvl8pPr>
    <a:lvl9pPr marL="11809293" algn="l" defTabSz="2952323" rtl="0" eaLnBrk="1" latinLnBrk="0" hangingPunct="1">
      <a:defRPr sz="5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15:clr>
            <a:srgbClr val="A4A3A4"/>
          </p15:clr>
        </p15:guide>
        <p15:guide id="2" pos="6736">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8F8A2"/>
    <a:srgbClr val="34495D"/>
    <a:srgbClr val="ECEEF0"/>
    <a:srgbClr val="41A085"/>
    <a:srgbClr val="EEC519"/>
    <a:srgbClr val="F4FCAA"/>
    <a:srgbClr val="16A085"/>
    <a:srgbClr val="4DBF58"/>
    <a:srgbClr val="C30023"/>
    <a:srgbClr val="E2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5486" autoAdjust="0"/>
    <p:restoredTop sz="99125" autoAdjust="0"/>
  </p:normalViewPr>
  <p:slideViewPr>
    <p:cSldViewPr>
      <p:cViewPr>
        <p:scale>
          <a:sx n="66" d="100"/>
          <a:sy n="66" d="100"/>
        </p:scale>
        <p:origin x="38" y="-5578"/>
      </p:cViewPr>
      <p:guideLst>
        <p:guide orient="horz"/>
        <p:guide pos="6736"/>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microsoft.com/office/2016/11/relationships/changesInfo" Target="changesInfos/changesInfo1.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son Truscott" userId="06425d6a-f707-4ccd-bad1-54c5f8958291" providerId="ADAL" clId="{039566DE-1DDC-4435-B994-A6EC162726BB}"/>
    <pc:docChg chg="undo custSel modSld">
      <pc:chgData name="Jason Truscott" userId="06425d6a-f707-4ccd-bad1-54c5f8958291" providerId="ADAL" clId="{039566DE-1DDC-4435-B994-A6EC162726BB}" dt="2024-02-06T12:33:09.886" v="19" actId="2711"/>
      <pc:docMkLst>
        <pc:docMk/>
      </pc:docMkLst>
      <pc:sldChg chg="modSp mod">
        <pc:chgData name="Jason Truscott" userId="06425d6a-f707-4ccd-bad1-54c5f8958291" providerId="ADAL" clId="{039566DE-1DDC-4435-B994-A6EC162726BB}" dt="2024-02-06T12:33:09.886" v="19" actId="2711"/>
        <pc:sldMkLst>
          <pc:docMk/>
          <pc:sldMk cId="2388258848" sldId="256"/>
        </pc:sldMkLst>
        <pc:spChg chg="mod">
          <ac:chgData name="Jason Truscott" userId="06425d6a-f707-4ccd-bad1-54c5f8958291" providerId="ADAL" clId="{039566DE-1DDC-4435-B994-A6EC162726BB}" dt="2024-02-06T12:29:46.686" v="7" actId="255"/>
          <ac:spMkLst>
            <pc:docMk/>
            <pc:sldMk cId="2388258848" sldId="256"/>
            <ac:spMk id="61" creationId="{00000000-0000-0000-0000-000000000000}"/>
          </ac:spMkLst>
        </pc:spChg>
        <pc:spChg chg="mod">
          <ac:chgData name="Jason Truscott" userId="06425d6a-f707-4ccd-bad1-54c5f8958291" providerId="ADAL" clId="{039566DE-1DDC-4435-B994-A6EC162726BB}" dt="2024-02-06T12:29:46.506" v="6" actId="1076"/>
          <ac:spMkLst>
            <pc:docMk/>
            <pc:sldMk cId="2388258848" sldId="256"/>
            <ac:spMk id="103" creationId="{00000000-0000-0000-0000-000000000000}"/>
          </ac:spMkLst>
        </pc:spChg>
        <pc:spChg chg="mod">
          <ac:chgData name="Jason Truscott" userId="06425d6a-f707-4ccd-bad1-54c5f8958291" providerId="ADAL" clId="{039566DE-1DDC-4435-B994-A6EC162726BB}" dt="2024-02-06T12:33:07.401" v="14" actId="2711"/>
          <ac:spMkLst>
            <pc:docMk/>
            <pc:sldMk cId="2388258848" sldId="256"/>
            <ac:spMk id="104" creationId="{00000000-0000-0000-0000-000000000000}"/>
          </ac:spMkLst>
        </pc:spChg>
        <pc:spChg chg="mod">
          <ac:chgData name="Jason Truscott" userId="06425d6a-f707-4ccd-bad1-54c5f8958291" providerId="ADAL" clId="{039566DE-1DDC-4435-B994-A6EC162726BB}" dt="2024-02-06T12:33:09.886" v="19" actId="2711"/>
          <ac:spMkLst>
            <pc:docMk/>
            <pc:sldMk cId="2388258848" sldId="256"/>
            <ac:spMk id="121" creationId="{00000000-0000-0000-0000-000000000000}"/>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6880AB8-C33E-4A82-9BA7-E0ED051118DE}" type="doc">
      <dgm:prSet loTypeId="urn:microsoft.com/office/officeart/2005/8/layout/hProcess9" loCatId="process" qsTypeId="urn:microsoft.com/office/officeart/2005/8/quickstyle/simple2" qsCatId="simple" csTypeId="urn:microsoft.com/office/officeart/2005/8/colors/accent1_2" csCatId="accent1" phldr="1"/>
      <dgm:spPr/>
      <dgm:t>
        <a:bodyPr/>
        <a:lstStyle/>
        <a:p>
          <a:endParaRPr lang="en-GB"/>
        </a:p>
      </dgm:t>
    </dgm:pt>
    <dgm:pt modelId="{A0513DA6-A0B2-40C4-B473-3BE389FCA7DC}">
      <dgm:prSet phldrT="[Text]" custT="1"/>
      <dgm:spPr/>
      <dgm:t>
        <a:bodyPr/>
        <a:lstStyle/>
        <a:p>
          <a:r>
            <a:rPr lang="en-GB" sz="2600" b="1" dirty="0"/>
            <a:t>1. Expression of interest</a:t>
          </a:r>
        </a:p>
      </dgm:t>
    </dgm:pt>
    <dgm:pt modelId="{A34EB71A-304A-4BD0-B233-4B4C330DA539}" type="parTrans" cxnId="{2CF37A98-12DD-4F86-A09F-8DC285E1700D}">
      <dgm:prSet/>
      <dgm:spPr/>
      <dgm:t>
        <a:bodyPr/>
        <a:lstStyle/>
        <a:p>
          <a:endParaRPr lang="en-GB"/>
        </a:p>
      </dgm:t>
    </dgm:pt>
    <dgm:pt modelId="{232F7C0F-5C4A-483A-821A-597783DB653F}" type="sibTrans" cxnId="{2CF37A98-12DD-4F86-A09F-8DC285E1700D}">
      <dgm:prSet/>
      <dgm:spPr/>
      <dgm:t>
        <a:bodyPr/>
        <a:lstStyle/>
        <a:p>
          <a:endParaRPr lang="en-GB"/>
        </a:p>
      </dgm:t>
    </dgm:pt>
    <dgm:pt modelId="{09D49D8D-14D6-4FBE-91BA-4898C3FE5D30}">
      <dgm:prSet phldrT="[Text]" custT="1"/>
      <dgm:spPr/>
      <dgm:t>
        <a:bodyPr/>
        <a:lstStyle/>
        <a:p>
          <a:r>
            <a:rPr lang="en-GB" sz="2800" b="1" dirty="0"/>
            <a:t>2. Fill out student consent form</a:t>
          </a:r>
        </a:p>
      </dgm:t>
    </dgm:pt>
    <dgm:pt modelId="{C41EA70B-0FD0-456A-B9A3-2C24258511A4}" type="parTrans" cxnId="{9F9408DB-7B19-44FC-8003-3FB46806634A}">
      <dgm:prSet/>
      <dgm:spPr/>
      <dgm:t>
        <a:bodyPr/>
        <a:lstStyle/>
        <a:p>
          <a:endParaRPr lang="en-GB"/>
        </a:p>
      </dgm:t>
    </dgm:pt>
    <dgm:pt modelId="{3A3F8050-F490-48EC-A6C0-4C61772D0D84}" type="sibTrans" cxnId="{9F9408DB-7B19-44FC-8003-3FB46806634A}">
      <dgm:prSet/>
      <dgm:spPr/>
      <dgm:t>
        <a:bodyPr/>
        <a:lstStyle/>
        <a:p>
          <a:endParaRPr lang="en-GB"/>
        </a:p>
      </dgm:t>
    </dgm:pt>
    <dgm:pt modelId="{98AA0106-C7DC-4EC2-B856-637A36224255}">
      <dgm:prSet phldrT="[Text]" custT="1"/>
      <dgm:spPr/>
      <dgm:t>
        <a:bodyPr/>
        <a:lstStyle/>
        <a:p>
          <a:r>
            <a:rPr lang="en-GB" sz="2800" b="1" dirty="0"/>
            <a:t>3. Student receives a 1</a:t>
          </a:r>
          <a:r>
            <a:rPr lang="en-GB" sz="2800" b="1" baseline="30000" dirty="0"/>
            <a:t>st</a:t>
          </a:r>
          <a:r>
            <a:rPr lang="en-GB" sz="2800" b="1" dirty="0"/>
            <a:t> for project</a:t>
          </a:r>
        </a:p>
      </dgm:t>
    </dgm:pt>
    <dgm:pt modelId="{C1F93284-353F-479D-BDD5-52685B57D48F}" type="parTrans" cxnId="{3D7C9804-FFC6-403B-B999-39E90AB340CA}">
      <dgm:prSet/>
      <dgm:spPr/>
      <dgm:t>
        <a:bodyPr/>
        <a:lstStyle/>
        <a:p>
          <a:endParaRPr lang="en-GB"/>
        </a:p>
      </dgm:t>
    </dgm:pt>
    <dgm:pt modelId="{6FC261CA-A0E2-4544-BB8D-674495309E72}" type="sibTrans" cxnId="{3D7C9804-FFC6-403B-B999-39E90AB340CA}">
      <dgm:prSet/>
      <dgm:spPr/>
      <dgm:t>
        <a:bodyPr/>
        <a:lstStyle/>
        <a:p>
          <a:endParaRPr lang="en-GB"/>
        </a:p>
      </dgm:t>
    </dgm:pt>
    <dgm:pt modelId="{31A63474-89D8-442F-9C27-66270DFD67B7}">
      <dgm:prSet phldrT="[Text]" custT="1"/>
      <dgm:spPr/>
      <dgm:t>
        <a:bodyPr/>
        <a:lstStyle/>
        <a:p>
          <a:r>
            <a:rPr lang="en-GB" sz="2800" b="1" dirty="0"/>
            <a:t>4. Format article </a:t>
          </a:r>
        </a:p>
      </dgm:t>
    </dgm:pt>
    <dgm:pt modelId="{8A7566B8-E8C4-40FE-9E34-CAEC503355F4}" type="parTrans" cxnId="{16410E88-3564-4218-AAB0-D8C8E9FEC3DB}">
      <dgm:prSet/>
      <dgm:spPr/>
      <dgm:t>
        <a:bodyPr/>
        <a:lstStyle/>
        <a:p>
          <a:endParaRPr lang="en-US"/>
        </a:p>
      </dgm:t>
    </dgm:pt>
    <dgm:pt modelId="{A2786660-129E-47E8-B4D1-80BF2C53FF6E}" type="sibTrans" cxnId="{16410E88-3564-4218-AAB0-D8C8E9FEC3DB}">
      <dgm:prSet/>
      <dgm:spPr/>
      <dgm:t>
        <a:bodyPr/>
        <a:lstStyle/>
        <a:p>
          <a:endParaRPr lang="en-US"/>
        </a:p>
      </dgm:t>
    </dgm:pt>
    <dgm:pt modelId="{E4B7F259-43AA-4403-88F4-78763953533F}">
      <dgm:prSet phldrT="[Text]" custT="1"/>
      <dgm:spPr/>
      <dgm:t>
        <a:bodyPr/>
        <a:lstStyle/>
        <a:p>
          <a:r>
            <a:rPr lang="en-GB" sz="2800" b="1" dirty="0"/>
            <a:t>5. Published in journal</a:t>
          </a:r>
        </a:p>
      </dgm:t>
    </dgm:pt>
    <dgm:pt modelId="{EE10E3BC-D779-4113-9902-B5BC169D3EF6}" type="parTrans" cxnId="{1D38894E-6DA5-4E8A-8798-D9DEF5F9322E}">
      <dgm:prSet/>
      <dgm:spPr/>
      <dgm:t>
        <a:bodyPr/>
        <a:lstStyle/>
        <a:p>
          <a:endParaRPr lang="en-US"/>
        </a:p>
      </dgm:t>
    </dgm:pt>
    <dgm:pt modelId="{06A89B22-7EE2-4BEE-A073-7C6F41AFCA32}" type="sibTrans" cxnId="{1D38894E-6DA5-4E8A-8798-D9DEF5F9322E}">
      <dgm:prSet/>
      <dgm:spPr/>
      <dgm:t>
        <a:bodyPr/>
        <a:lstStyle/>
        <a:p>
          <a:endParaRPr lang="en-US"/>
        </a:p>
      </dgm:t>
    </dgm:pt>
    <dgm:pt modelId="{DCB034C4-B8AA-4326-A5A7-47A233B70DE5}" type="pres">
      <dgm:prSet presAssocID="{D6880AB8-C33E-4A82-9BA7-E0ED051118DE}" presName="CompostProcess" presStyleCnt="0">
        <dgm:presLayoutVars>
          <dgm:dir/>
          <dgm:resizeHandles val="exact"/>
        </dgm:presLayoutVars>
      </dgm:prSet>
      <dgm:spPr/>
    </dgm:pt>
    <dgm:pt modelId="{6670214B-6E40-4A2E-BDB2-D9BE4C1945F5}" type="pres">
      <dgm:prSet presAssocID="{D6880AB8-C33E-4A82-9BA7-E0ED051118DE}" presName="arrow" presStyleLbl="bgShp" presStyleIdx="0" presStyleCnt="1"/>
      <dgm:spPr/>
    </dgm:pt>
    <dgm:pt modelId="{6EC67D6B-9FA5-435D-A578-B8CE7346EBC2}" type="pres">
      <dgm:prSet presAssocID="{D6880AB8-C33E-4A82-9BA7-E0ED051118DE}" presName="linearProcess" presStyleCnt="0"/>
      <dgm:spPr/>
    </dgm:pt>
    <dgm:pt modelId="{5EDDD08A-9374-49A7-880D-06991A203EE3}" type="pres">
      <dgm:prSet presAssocID="{A0513DA6-A0B2-40C4-B473-3BE389FCA7DC}" presName="textNode" presStyleLbl="node1" presStyleIdx="0" presStyleCnt="5">
        <dgm:presLayoutVars>
          <dgm:bulletEnabled val="1"/>
        </dgm:presLayoutVars>
      </dgm:prSet>
      <dgm:spPr/>
    </dgm:pt>
    <dgm:pt modelId="{BA5CF7D6-5ED1-4F27-BE0F-2F01CA945466}" type="pres">
      <dgm:prSet presAssocID="{232F7C0F-5C4A-483A-821A-597783DB653F}" presName="sibTrans" presStyleCnt="0"/>
      <dgm:spPr/>
    </dgm:pt>
    <dgm:pt modelId="{F754C5D2-28F8-4434-A08F-E50932FF4F09}" type="pres">
      <dgm:prSet presAssocID="{09D49D8D-14D6-4FBE-91BA-4898C3FE5D30}" presName="textNode" presStyleLbl="node1" presStyleIdx="1" presStyleCnt="5">
        <dgm:presLayoutVars>
          <dgm:bulletEnabled val="1"/>
        </dgm:presLayoutVars>
      </dgm:prSet>
      <dgm:spPr/>
    </dgm:pt>
    <dgm:pt modelId="{F7F7DA3C-82C7-4926-A4F6-50777C24EC36}" type="pres">
      <dgm:prSet presAssocID="{3A3F8050-F490-48EC-A6C0-4C61772D0D84}" presName="sibTrans" presStyleCnt="0"/>
      <dgm:spPr/>
    </dgm:pt>
    <dgm:pt modelId="{F1DA881D-D8DF-4365-AF24-04792B2D7763}" type="pres">
      <dgm:prSet presAssocID="{98AA0106-C7DC-4EC2-B856-637A36224255}" presName="textNode" presStyleLbl="node1" presStyleIdx="2" presStyleCnt="5">
        <dgm:presLayoutVars>
          <dgm:bulletEnabled val="1"/>
        </dgm:presLayoutVars>
      </dgm:prSet>
      <dgm:spPr/>
    </dgm:pt>
    <dgm:pt modelId="{8B6D2044-0386-4E75-95BF-1E43EDED4BEC}" type="pres">
      <dgm:prSet presAssocID="{6FC261CA-A0E2-4544-BB8D-674495309E72}" presName="sibTrans" presStyleCnt="0"/>
      <dgm:spPr/>
    </dgm:pt>
    <dgm:pt modelId="{58DC003E-0F0B-4D89-A35B-52D43A9B40CE}" type="pres">
      <dgm:prSet presAssocID="{31A63474-89D8-442F-9C27-66270DFD67B7}" presName="textNode" presStyleLbl="node1" presStyleIdx="3" presStyleCnt="5">
        <dgm:presLayoutVars>
          <dgm:bulletEnabled val="1"/>
        </dgm:presLayoutVars>
      </dgm:prSet>
      <dgm:spPr/>
    </dgm:pt>
    <dgm:pt modelId="{2DB48812-89ED-4BB3-A92D-4FBF98D2CF6D}" type="pres">
      <dgm:prSet presAssocID="{A2786660-129E-47E8-B4D1-80BF2C53FF6E}" presName="sibTrans" presStyleCnt="0"/>
      <dgm:spPr/>
    </dgm:pt>
    <dgm:pt modelId="{7911E338-72B4-4181-A6CB-B9413BA0D7EF}" type="pres">
      <dgm:prSet presAssocID="{E4B7F259-43AA-4403-88F4-78763953533F}" presName="textNode" presStyleLbl="node1" presStyleIdx="4" presStyleCnt="5">
        <dgm:presLayoutVars>
          <dgm:bulletEnabled val="1"/>
        </dgm:presLayoutVars>
      </dgm:prSet>
      <dgm:spPr/>
    </dgm:pt>
  </dgm:ptLst>
  <dgm:cxnLst>
    <dgm:cxn modelId="{B2AAB203-82D9-46D5-B7D9-5C9B8961C865}" type="presOf" srcId="{09D49D8D-14D6-4FBE-91BA-4898C3FE5D30}" destId="{F754C5D2-28F8-4434-A08F-E50932FF4F09}" srcOrd="0" destOrd="0" presId="urn:microsoft.com/office/officeart/2005/8/layout/hProcess9"/>
    <dgm:cxn modelId="{3D7C9804-FFC6-403B-B999-39E90AB340CA}" srcId="{D6880AB8-C33E-4A82-9BA7-E0ED051118DE}" destId="{98AA0106-C7DC-4EC2-B856-637A36224255}" srcOrd="2" destOrd="0" parTransId="{C1F93284-353F-479D-BDD5-52685B57D48F}" sibTransId="{6FC261CA-A0E2-4544-BB8D-674495309E72}"/>
    <dgm:cxn modelId="{1D38894E-6DA5-4E8A-8798-D9DEF5F9322E}" srcId="{D6880AB8-C33E-4A82-9BA7-E0ED051118DE}" destId="{E4B7F259-43AA-4403-88F4-78763953533F}" srcOrd="4" destOrd="0" parTransId="{EE10E3BC-D779-4113-9902-B5BC169D3EF6}" sibTransId="{06A89B22-7EE2-4BEE-A073-7C6F41AFCA32}"/>
    <dgm:cxn modelId="{16410E88-3564-4218-AAB0-D8C8E9FEC3DB}" srcId="{D6880AB8-C33E-4A82-9BA7-E0ED051118DE}" destId="{31A63474-89D8-442F-9C27-66270DFD67B7}" srcOrd="3" destOrd="0" parTransId="{8A7566B8-E8C4-40FE-9E34-CAEC503355F4}" sibTransId="{A2786660-129E-47E8-B4D1-80BF2C53FF6E}"/>
    <dgm:cxn modelId="{2CF37A98-12DD-4F86-A09F-8DC285E1700D}" srcId="{D6880AB8-C33E-4A82-9BA7-E0ED051118DE}" destId="{A0513DA6-A0B2-40C4-B473-3BE389FCA7DC}" srcOrd="0" destOrd="0" parTransId="{A34EB71A-304A-4BD0-B233-4B4C330DA539}" sibTransId="{232F7C0F-5C4A-483A-821A-597783DB653F}"/>
    <dgm:cxn modelId="{B15E09A5-680F-4A7F-8FE9-64E3AD8DF45F}" type="presOf" srcId="{31A63474-89D8-442F-9C27-66270DFD67B7}" destId="{58DC003E-0F0B-4D89-A35B-52D43A9B40CE}" srcOrd="0" destOrd="0" presId="urn:microsoft.com/office/officeart/2005/8/layout/hProcess9"/>
    <dgm:cxn modelId="{69C82CAD-8496-48C5-9CF9-86C7FF734B6F}" type="presOf" srcId="{98AA0106-C7DC-4EC2-B856-637A36224255}" destId="{F1DA881D-D8DF-4365-AF24-04792B2D7763}" srcOrd="0" destOrd="0" presId="urn:microsoft.com/office/officeart/2005/8/layout/hProcess9"/>
    <dgm:cxn modelId="{9F9408DB-7B19-44FC-8003-3FB46806634A}" srcId="{D6880AB8-C33E-4A82-9BA7-E0ED051118DE}" destId="{09D49D8D-14D6-4FBE-91BA-4898C3FE5D30}" srcOrd="1" destOrd="0" parTransId="{C41EA70B-0FD0-456A-B9A3-2C24258511A4}" sibTransId="{3A3F8050-F490-48EC-A6C0-4C61772D0D84}"/>
    <dgm:cxn modelId="{05FF8FDE-4228-4E4E-B804-7961BE5E1EC4}" type="presOf" srcId="{D6880AB8-C33E-4A82-9BA7-E0ED051118DE}" destId="{DCB034C4-B8AA-4326-A5A7-47A233B70DE5}" srcOrd="0" destOrd="0" presId="urn:microsoft.com/office/officeart/2005/8/layout/hProcess9"/>
    <dgm:cxn modelId="{309BDBFB-D208-43E8-B59C-08F1B66479FE}" type="presOf" srcId="{A0513DA6-A0B2-40C4-B473-3BE389FCA7DC}" destId="{5EDDD08A-9374-49A7-880D-06991A203EE3}" srcOrd="0" destOrd="0" presId="urn:microsoft.com/office/officeart/2005/8/layout/hProcess9"/>
    <dgm:cxn modelId="{B860F9FB-EFF0-445C-B280-9BA84ECAB2EA}" type="presOf" srcId="{E4B7F259-43AA-4403-88F4-78763953533F}" destId="{7911E338-72B4-4181-A6CB-B9413BA0D7EF}" srcOrd="0" destOrd="0" presId="urn:microsoft.com/office/officeart/2005/8/layout/hProcess9"/>
    <dgm:cxn modelId="{279FE54F-7798-4981-A059-8EA47614E166}" type="presParOf" srcId="{DCB034C4-B8AA-4326-A5A7-47A233B70DE5}" destId="{6670214B-6E40-4A2E-BDB2-D9BE4C1945F5}" srcOrd="0" destOrd="0" presId="urn:microsoft.com/office/officeart/2005/8/layout/hProcess9"/>
    <dgm:cxn modelId="{91122D3B-6CD8-4E3C-A94C-1B2881BA0BA0}" type="presParOf" srcId="{DCB034C4-B8AA-4326-A5A7-47A233B70DE5}" destId="{6EC67D6B-9FA5-435D-A578-B8CE7346EBC2}" srcOrd="1" destOrd="0" presId="urn:microsoft.com/office/officeart/2005/8/layout/hProcess9"/>
    <dgm:cxn modelId="{3F0423FF-21BE-4B77-84E7-1A42CBEADA2D}" type="presParOf" srcId="{6EC67D6B-9FA5-435D-A578-B8CE7346EBC2}" destId="{5EDDD08A-9374-49A7-880D-06991A203EE3}" srcOrd="0" destOrd="0" presId="urn:microsoft.com/office/officeart/2005/8/layout/hProcess9"/>
    <dgm:cxn modelId="{26C1E238-84AB-445E-BE2D-32AE25A154B0}" type="presParOf" srcId="{6EC67D6B-9FA5-435D-A578-B8CE7346EBC2}" destId="{BA5CF7D6-5ED1-4F27-BE0F-2F01CA945466}" srcOrd="1" destOrd="0" presId="urn:microsoft.com/office/officeart/2005/8/layout/hProcess9"/>
    <dgm:cxn modelId="{6E304DD9-4D1C-40CB-8388-3AB2B82982EF}" type="presParOf" srcId="{6EC67D6B-9FA5-435D-A578-B8CE7346EBC2}" destId="{F754C5D2-28F8-4434-A08F-E50932FF4F09}" srcOrd="2" destOrd="0" presId="urn:microsoft.com/office/officeart/2005/8/layout/hProcess9"/>
    <dgm:cxn modelId="{A92C28A1-3EE4-4F36-95DE-D64DD9BAF5B9}" type="presParOf" srcId="{6EC67D6B-9FA5-435D-A578-B8CE7346EBC2}" destId="{F7F7DA3C-82C7-4926-A4F6-50777C24EC36}" srcOrd="3" destOrd="0" presId="urn:microsoft.com/office/officeart/2005/8/layout/hProcess9"/>
    <dgm:cxn modelId="{C3A1F256-BB46-4B01-8BB0-7B4258F6353A}" type="presParOf" srcId="{6EC67D6B-9FA5-435D-A578-B8CE7346EBC2}" destId="{F1DA881D-D8DF-4365-AF24-04792B2D7763}" srcOrd="4" destOrd="0" presId="urn:microsoft.com/office/officeart/2005/8/layout/hProcess9"/>
    <dgm:cxn modelId="{964F00D6-9BAC-40E3-8011-0DD6A88C369C}" type="presParOf" srcId="{6EC67D6B-9FA5-435D-A578-B8CE7346EBC2}" destId="{8B6D2044-0386-4E75-95BF-1E43EDED4BEC}" srcOrd="5" destOrd="0" presId="urn:microsoft.com/office/officeart/2005/8/layout/hProcess9"/>
    <dgm:cxn modelId="{D126852E-D357-42BA-9048-458B73592070}" type="presParOf" srcId="{6EC67D6B-9FA5-435D-A578-B8CE7346EBC2}" destId="{58DC003E-0F0B-4D89-A35B-52D43A9B40CE}" srcOrd="6" destOrd="0" presId="urn:microsoft.com/office/officeart/2005/8/layout/hProcess9"/>
    <dgm:cxn modelId="{BA6555CD-77FB-43AC-B51C-10AD0A3AEF68}" type="presParOf" srcId="{6EC67D6B-9FA5-435D-A578-B8CE7346EBC2}" destId="{2DB48812-89ED-4BB3-A92D-4FBF98D2CF6D}" srcOrd="7" destOrd="0" presId="urn:microsoft.com/office/officeart/2005/8/layout/hProcess9"/>
    <dgm:cxn modelId="{95C67D36-CC49-458D-B424-AE6B1C2A578C}" type="presParOf" srcId="{6EC67D6B-9FA5-435D-A578-B8CE7346EBC2}" destId="{7911E338-72B4-4181-A6CB-B9413BA0D7EF}" srcOrd="8" destOrd="0" presId="urn:microsoft.com/office/officeart/2005/8/layout/hProcess9"/>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670214B-6E40-4A2E-BDB2-D9BE4C1945F5}">
      <dsp:nvSpPr>
        <dsp:cNvPr id="0" name=""/>
        <dsp:cNvSpPr/>
      </dsp:nvSpPr>
      <dsp:spPr>
        <a:xfrm>
          <a:off x="965673" y="0"/>
          <a:ext cx="10944297" cy="5772340"/>
        </a:xfrm>
        <a:prstGeom prst="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EDDD08A-9374-49A7-880D-06991A203EE3}">
      <dsp:nvSpPr>
        <dsp:cNvPr id="0" name=""/>
        <dsp:cNvSpPr/>
      </dsp:nvSpPr>
      <dsp:spPr>
        <a:xfrm>
          <a:off x="3772" y="1731702"/>
          <a:ext cx="2270841" cy="2308936"/>
        </a:xfrm>
        <a:prstGeom prst="roundRect">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GB" sz="2600" b="1" kern="1200" dirty="0"/>
            <a:t>1. Expression of interest</a:t>
          </a:r>
        </a:p>
      </dsp:txBody>
      <dsp:txXfrm>
        <a:off x="114625" y="1842555"/>
        <a:ext cx="2049135" cy="2087230"/>
      </dsp:txXfrm>
    </dsp:sp>
    <dsp:sp modelId="{F754C5D2-28F8-4434-A08F-E50932FF4F09}">
      <dsp:nvSpPr>
        <dsp:cNvPr id="0" name=""/>
        <dsp:cNvSpPr/>
      </dsp:nvSpPr>
      <dsp:spPr>
        <a:xfrm>
          <a:off x="2653086" y="1731702"/>
          <a:ext cx="2270841" cy="2308936"/>
        </a:xfrm>
        <a:prstGeom prst="roundRect">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GB" sz="2800" b="1" kern="1200" dirty="0"/>
            <a:t>2. Fill out student consent form</a:t>
          </a:r>
        </a:p>
      </dsp:txBody>
      <dsp:txXfrm>
        <a:off x="2763939" y="1842555"/>
        <a:ext cx="2049135" cy="2087230"/>
      </dsp:txXfrm>
    </dsp:sp>
    <dsp:sp modelId="{F1DA881D-D8DF-4365-AF24-04792B2D7763}">
      <dsp:nvSpPr>
        <dsp:cNvPr id="0" name=""/>
        <dsp:cNvSpPr/>
      </dsp:nvSpPr>
      <dsp:spPr>
        <a:xfrm>
          <a:off x="5302401" y="1731702"/>
          <a:ext cx="2270841" cy="2308936"/>
        </a:xfrm>
        <a:prstGeom prst="roundRect">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GB" sz="2800" b="1" kern="1200" dirty="0"/>
            <a:t>3. Student receives a 1</a:t>
          </a:r>
          <a:r>
            <a:rPr lang="en-GB" sz="2800" b="1" kern="1200" baseline="30000" dirty="0"/>
            <a:t>st</a:t>
          </a:r>
          <a:r>
            <a:rPr lang="en-GB" sz="2800" b="1" kern="1200" dirty="0"/>
            <a:t> for project</a:t>
          </a:r>
        </a:p>
      </dsp:txBody>
      <dsp:txXfrm>
        <a:off x="5413254" y="1842555"/>
        <a:ext cx="2049135" cy="2087230"/>
      </dsp:txXfrm>
    </dsp:sp>
    <dsp:sp modelId="{58DC003E-0F0B-4D89-A35B-52D43A9B40CE}">
      <dsp:nvSpPr>
        <dsp:cNvPr id="0" name=""/>
        <dsp:cNvSpPr/>
      </dsp:nvSpPr>
      <dsp:spPr>
        <a:xfrm>
          <a:off x="7951716" y="1731702"/>
          <a:ext cx="2270841" cy="2308936"/>
        </a:xfrm>
        <a:prstGeom prst="roundRect">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GB" sz="2800" b="1" kern="1200" dirty="0"/>
            <a:t>4. Format article </a:t>
          </a:r>
        </a:p>
      </dsp:txBody>
      <dsp:txXfrm>
        <a:off x="8062569" y="1842555"/>
        <a:ext cx="2049135" cy="2087230"/>
      </dsp:txXfrm>
    </dsp:sp>
    <dsp:sp modelId="{7911E338-72B4-4181-A6CB-B9413BA0D7EF}">
      <dsp:nvSpPr>
        <dsp:cNvPr id="0" name=""/>
        <dsp:cNvSpPr/>
      </dsp:nvSpPr>
      <dsp:spPr>
        <a:xfrm>
          <a:off x="10601030" y="1731702"/>
          <a:ext cx="2270841" cy="2308936"/>
        </a:xfrm>
        <a:prstGeom prst="roundRect">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GB" sz="2800" b="1" kern="1200" dirty="0"/>
            <a:t>5. Published in journal</a:t>
          </a:r>
        </a:p>
      </dsp:txBody>
      <dsp:txXfrm>
        <a:off x="10711883" y="1842555"/>
        <a:ext cx="2049135" cy="2087230"/>
      </dsp:txXfrm>
    </dsp:sp>
  </dsp:spTree>
</dsp:drawing>
</file>

<file path=ppt/diagrams/layout1.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2945862" cy="495793"/>
          </a:xfrm>
          <a:prstGeom prst="rect">
            <a:avLst/>
          </a:prstGeom>
        </p:spPr>
        <p:txBody>
          <a:bodyPr vert="horz" lIns="88214" tIns="44106" rIns="88214" bIns="44106" rtlCol="0"/>
          <a:lstStyle>
            <a:lvl1pPr algn="l">
              <a:defRPr sz="1100"/>
            </a:lvl1pPr>
          </a:lstStyle>
          <a:p>
            <a:endParaRPr lang="en-GB"/>
          </a:p>
        </p:txBody>
      </p:sp>
      <p:sp>
        <p:nvSpPr>
          <p:cNvPr id="3" name="Date Placeholder 2"/>
          <p:cNvSpPr>
            <a:spLocks noGrp="1"/>
          </p:cNvSpPr>
          <p:nvPr>
            <p:ph type="dt" idx="1"/>
          </p:nvPr>
        </p:nvSpPr>
        <p:spPr>
          <a:xfrm>
            <a:off x="3850295" y="1"/>
            <a:ext cx="2945862" cy="495793"/>
          </a:xfrm>
          <a:prstGeom prst="rect">
            <a:avLst/>
          </a:prstGeom>
        </p:spPr>
        <p:txBody>
          <a:bodyPr vert="horz" lIns="88214" tIns="44106" rIns="88214" bIns="44106" rtlCol="0"/>
          <a:lstStyle>
            <a:lvl1pPr algn="r">
              <a:defRPr sz="1100"/>
            </a:lvl1pPr>
          </a:lstStyle>
          <a:p>
            <a:fld id="{973B50E5-8EC3-4C33-B932-F02D3C4DA4A5}" type="datetimeFigureOut">
              <a:rPr lang="en-GB" smtClean="0"/>
              <a:t>06/02/2024</a:t>
            </a:fld>
            <a:endParaRPr lang="en-GB"/>
          </a:p>
        </p:txBody>
      </p:sp>
      <p:sp>
        <p:nvSpPr>
          <p:cNvPr id="4" name="Slide Image Placeholder 3"/>
          <p:cNvSpPr>
            <a:spLocks noGrp="1" noRot="1" noChangeAspect="1"/>
          </p:cNvSpPr>
          <p:nvPr>
            <p:ph type="sldImg" idx="2"/>
          </p:nvPr>
        </p:nvSpPr>
        <p:spPr>
          <a:xfrm>
            <a:off x="2084388" y="744538"/>
            <a:ext cx="2628900" cy="3722687"/>
          </a:xfrm>
          <a:prstGeom prst="rect">
            <a:avLst/>
          </a:prstGeom>
          <a:noFill/>
          <a:ln w="12700">
            <a:solidFill>
              <a:prstClr val="black"/>
            </a:solidFill>
          </a:ln>
        </p:spPr>
        <p:txBody>
          <a:bodyPr vert="horz" lIns="88214" tIns="44106" rIns="88214" bIns="44106" rtlCol="0" anchor="ctr"/>
          <a:lstStyle/>
          <a:p>
            <a:endParaRPr lang="en-GB"/>
          </a:p>
        </p:txBody>
      </p:sp>
      <p:sp>
        <p:nvSpPr>
          <p:cNvPr id="5" name="Notes Placeholder 4"/>
          <p:cNvSpPr>
            <a:spLocks noGrp="1"/>
          </p:cNvSpPr>
          <p:nvPr>
            <p:ph type="body" sz="quarter" idx="3"/>
          </p:nvPr>
        </p:nvSpPr>
        <p:spPr>
          <a:xfrm>
            <a:off x="679465" y="4714653"/>
            <a:ext cx="5438748" cy="4466756"/>
          </a:xfrm>
          <a:prstGeom prst="rect">
            <a:avLst/>
          </a:prstGeom>
        </p:spPr>
        <p:txBody>
          <a:bodyPr vert="horz" lIns="88214" tIns="44106" rIns="88214" bIns="44106"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1" y="9429306"/>
            <a:ext cx="2945862" cy="495793"/>
          </a:xfrm>
          <a:prstGeom prst="rect">
            <a:avLst/>
          </a:prstGeom>
        </p:spPr>
        <p:txBody>
          <a:bodyPr vert="horz" lIns="88214" tIns="44106" rIns="88214" bIns="44106" rtlCol="0" anchor="b"/>
          <a:lstStyle>
            <a:lvl1pPr algn="l">
              <a:defRPr sz="1100"/>
            </a:lvl1pPr>
          </a:lstStyle>
          <a:p>
            <a:endParaRPr lang="en-GB"/>
          </a:p>
        </p:txBody>
      </p:sp>
      <p:sp>
        <p:nvSpPr>
          <p:cNvPr id="7" name="Slide Number Placeholder 6"/>
          <p:cNvSpPr>
            <a:spLocks noGrp="1"/>
          </p:cNvSpPr>
          <p:nvPr>
            <p:ph type="sldNum" sz="quarter" idx="5"/>
          </p:nvPr>
        </p:nvSpPr>
        <p:spPr>
          <a:xfrm>
            <a:off x="3850295" y="9429306"/>
            <a:ext cx="2945862" cy="495793"/>
          </a:xfrm>
          <a:prstGeom prst="rect">
            <a:avLst/>
          </a:prstGeom>
        </p:spPr>
        <p:txBody>
          <a:bodyPr vert="horz" lIns="88214" tIns="44106" rIns="88214" bIns="44106" rtlCol="0" anchor="b"/>
          <a:lstStyle>
            <a:lvl1pPr algn="r">
              <a:defRPr sz="1100"/>
            </a:lvl1pPr>
          </a:lstStyle>
          <a:p>
            <a:fld id="{98511897-1330-4DC2-8A2D-E9C70BB2CE85}" type="slidenum">
              <a:rPr lang="en-GB" smtClean="0"/>
              <a:t>‹#›</a:t>
            </a:fld>
            <a:endParaRPr lang="en-GB"/>
          </a:p>
        </p:txBody>
      </p:sp>
    </p:spTree>
    <p:extLst>
      <p:ext uri="{BB962C8B-B14F-4D97-AF65-F5344CB8AC3E}">
        <p14:creationId xmlns:p14="http://schemas.microsoft.com/office/powerpoint/2010/main" val="42344995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cs typeface="Calibri"/>
              </a:rPr>
              <a:t>This poster is set at A1 which is half the size of A0, which was adequate for the conference attended.  However, if it was created in A0, it is less of an issue to print down to A1.  Printing from A1 to A0 is a different problem, as you might find that images start to look blurry as the quality deteriorates when printing larger.</a:t>
            </a:r>
          </a:p>
          <a:p>
            <a:endParaRPr lang="en-GB" dirty="0">
              <a:cs typeface="Calibri"/>
            </a:endParaRPr>
          </a:p>
          <a:p>
            <a:r>
              <a:rPr lang="en-GB" dirty="0">
                <a:cs typeface="Calibri"/>
              </a:rPr>
              <a:t>Remember to save as a PDF before sending to print if sending to a printing services as it ensures your poster will look exactly as you intended.</a:t>
            </a:r>
          </a:p>
        </p:txBody>
      </p:sp>
      <p:sp>
        <p:nvSpPr>
          <p:cNvPr id="4" name="Slide Number Placeholder 3"/>
          <p:cNvSpPr>
            <a:spLocks noGrp="1"/>
          </p:cNvSpPr>
          <p:nvPr>
            <p:ph type="sldNum" sz="quarter" idx="10"/>
          </p:nvPr>
        </p:nvSpPr>
        <p:spPr/>
        <p:txBody>
          <a:bodyPr/>
          <a:lstStyle/>
          <a:p>
            <a:fld id="{98511897-1330-4DC2-8A2D-E9C70BB2CE85}" type="slidenum">
              <a:rPr lang="en-GB" smtClean="0"/>
              <a:t>1</a:t>
            </a:fld>
            <a:endParaRPr lang="en-GB"/>
          </a:p>
        </p:txBody>
      </p:sp>
    </p:spTree>
    <p:extLst>
      <p:ext uri="{BB962C8B-B14F-4D97-AF65-F5344CB8AC3E}">
        <p14:creationId xmlns:p14="http://schemas.microsoft.com/office/powerpoint/2010/main" val="14080678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604010" y="9406420"/>
            <a:ext cx="18178780" cy="6490569"/>
          </a:xfrm>
        </p:spPr>
        <p:txBody>
          <a:bodyPr/>
          <a:lstStyle/>
          <a:p>
            <a:r>
              <a:rPr lang="en-US"/>
              <a:t>Click to edit Master title style</a:t>
            </a:r>
            <a:endParaRPr lang="en-GB"/>
          </a:p>
        </p:txBody>
      </p:sp>
      <p:sp>
        <p:nvSpPr>
          <p:cNvPr id="3" name="Subtitle 2"/>
          <p:cNvSpPr>
            <a:spLocks noGrp="1"/>
          </p:cNvSpPr>
          <p:nvPr>
            <p:ph type="subTitle" idx="1"/>
          </p:nvPr>
        </p:nvSpPr>
        <p:spPr>
          <a:xfrm>
            <a:off x="3208020" y="17158652"/>
            <a:ext cx="14970760" cy="7738216"/>
          </a:xfrm>
        </p:spPr>
        <p:txBody>
          <a:bodyPr/>
          <a:lstStyle>
            <a:lvl1pPr marL="0" indent="0" algn="ctr">
              <a:buNone/>
              <a:defRPr>
                <a:solidFill>
                  <a:schemeClr val="tx1">
                    <a:tint val="75000"/>
                  </a:schemeClr>
                </a:solidFill>
              </a:defRPr>
            </a:lvl1pPr>
            <a:lvl2pPr marL="1476162" indent="0" algn="ctr">
              <a:buNone/>
              <a:defRPr>
                <a:solidFill>
                  <a:schemeClr val="tx1">
                    <a:tint val="75000"/>
                  </a:schemeClr>
                </a:solidFill>
              </a:defRPr>
            </a:lvl2pPr>
            <a:lvl3pPr marL="2952323" indent="0" algn="ctr">
              <a:buNone/>
              <a:defRPr>
                <a:solidFill>
                  <a:schemeClr val="tx1">
                    <a:tint val="75000"/>
                  </a:schemeClr>
                </a:solidFill>
              </a:defRPr>
            </a:lvl3pPr>
            <a:lvl4pPr marL="4428485" indent="0" algn="ctr">
              <a:buNone/>
              <a:defRPr>
                <a:solidFill>
                  <a:schemeClr val="tx1">
                    <a:tint val="75000"/>
                  </a:schemeClr>
                </a:solidFill>
              </a:defRPr>
            </a:lvl4pPr>
            <a:lvl5pPr marL="5904647" indent="0" algn="ctr">
              <a:buNone/>
              <a:defRPr>
                <a:solidFill>
                  <a:schemeClr val="tx1">
                    <a:tint val="75000"/>
                  </a:schemeClr>
                </a:solidFill>
              </a:defRPr>
            </a:lvl5pPr>
            <a:lvl6pPr marL="7380808" indent="0" algn="ctr">
              <a:buNone/>
              <a:defRPr>
                <a:solidFill>
                  <a:schemeClr val="tx1">
                    <a:tint val="75000"/>
                  </a:schemeClr>
                </a:solidFill>
              </a:defRPr>
            </a:lvl6pPr>
            <a:lvl7pPr marL="8856970" indent="0" algn="ctr">
              <a:buNone/>
              <a:defRPr>
                <a:solidFill>
                  <a:schemeClr val="tx1">
                    <a:tint val="75000"/>
                  </a:schemeClr>
                </a:solidFill>
              </a:defRPr>
            </a:lvl7pPr>
            <a:lvl8pPr marL="10333131" indent="0" algn="ctr">
              <a:buNone/>
              <a:defRPr>
                <a:solidFill>
                  <a:schemeClr val="tx1">
                    <a:tint val="75000"/>
                  </a:schemeClr>
                </a:solidFill>
              </a:defRPr>
            </a:lvl8pPr>
            <a:lvl9pPr marL="11809293" indent="0" algn="ctr">
              <a:buNone/>
              <a:defRPr>
                <a:solidFill>
                  <a:schemeClr val="tx1">
                    <a:tint val="75000"/>
                  </a:schemeClr>
                </a:solidFill>
              </a:defRPr>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6C089F23-8515-49C8-8DA6-CEDCF3805BC2}" type="datetimeFigureOut">
              <a:rPr lang="en-GB" smtClean="0"/>
              <a:t>06/02/2024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FBC521B-B080-4F78-B5F6-7A0FAD8F091E}" type="slidenum">
              <a:rPr lang="en-GB" smtClean="0"/>
              <a:t>‹#›</a:t>
            </a:fld>
            <a:endParaRPr lang="en-GB"/>
          </a:p>
        </p:txBody>
      </p:sp>
    </p:spTree>
    <p:extLst>
      <p:ext uri="{BB962C8B-B14F-4D97-AF65-F5344CB8AC3E}">
        <p14:creationId xmlns:p14="http://schemas.microsoft.com/office/powerpoint/2010/main" val="9380693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6C089F23-8515-49C8-8DA6-CEDCF3805BC2}" type="datetimeFigureOut">
              <a:rPr lang="en-GB" smtClean="0"/>
              <a:t>06/02/2024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FBC521B-B080-4F78-B5F6-7A0FAD8F091E}" type="slidenum">
              <a:rPr lang="en-GB" smtClean="0"/>
              <a:t>‹#›</a:t>
            </a:fld>
            <a:endParaRPr lang="en-GB"/>
          </a:p>
        </p:txBody>
      </p:sp>
    </p:spTree>
    <p:extLst>
      <p:ext uri="{BB962C8B-B14F-4D97-AF65-F5344CB8AC3E}">
        <p14:creationId xmlns:p14="http://schemas.microsoft.com/office/powerpoint/2010/main" val="42363191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689410" y="19457690"/>
            <a:ext cx="18178780" cy="6013939"/>
          </a:xfrm>
        </p:spPr>
        <p:txBody>
          <a:bodyPr anchor="t"/>
          <a:lstStyle>
            <a:lvl1pPr algn="l">
              <a:defRPr sz="12900" b="1" cap="all"/>
            </a:lvl1pPr>
          </a:lstStyle>
          <a:p>
            <a:r>
              <a:rPr lang="en-US"/>
              <a:t>Click to edit Master title style</a:t>
            </a:r>
            <a:endParaRPr lang="en-GB"/>
          </a:p>
        </p:txBody>
      </p:sp>
      <p:sp>
        <p:nvSpPr>
          <p:cNvPr id="3" name="Text Placeholder 2"/>
          <p:cNvSpPr>
            <a:spLocks noGrp="1"/>
          </p:cNvSpPr>
          <p:nvPr>
            <p:ph type="body" idx="1"/>
          </p:nvPr>
        </p:nvSpPr>
        <p:spPr>
          <a:xfrm>
            <a:off x="1689410" y="12833948"/>
            <a:ext cx="18178780" cy="6623742"/>
          </a:xfrm>
        </p:spPr>
        <p:txBody>
          <a:bodyPr anchor="b"/>
          <a:lstStyle>
            <a:lvl1pPr marL="0" indent="0">
              <a:buNone/>
              <a:defRPr sz="6500">
                <a:solidFill>
                  <a:schemeClr val="tx1">
                    <a:tint val="75000"/>
                  </a:schemeClr>
                </a:solidFill>
              </a:defRPr>
            </a:lvl1pPr>
            <a:lvl2pPr marL="1476162" indent="0">
              <a:buNone/>
              <a:defRPr sz="5800">
                <a:solidFill>
                  <a:schemeClr val="tx1">
                    <a:tint val="75000"/>
                  </a:schemeClr>
                </a:solidFill>
              </a:defRPr>
            </a:lvl2pPr>
            <a:lvl3pPr marL="2952323" indent="0">
              <a:buNone/>
              <a:defRPr sz="5200">
                <a:solidFill>
                  <a:schemeClr val="tx1">
                    <a:tint val="75000"/>
                  </a:schemeClr>
                </a:solidFill>
              </a:defRPr>
            </a:lvl3pPr>
            <a:lvl4pPr marL="4428485" indent="0">
              <a:buNone/>
              <a:defRPr sz="4500">
                <a:solidFill>
                  <a:schemeClr val="tx1">
                    <a:tint val="75000"/>
                  </a:schemeClr>
                </a:solidFill>
              </a:defRPr>
            </a:lvl4pPr>
            <a:lvl5pPr marL="5904647" indent="0">
              <a:buNone/>
              <a:defRPr sz="4500">
                <a:solidFill>
                  <a:schemeClr val="tx1">
                    <a:tint val="75000"/>
                  </a:schemeClr>
                </a:solidFill>
              </a:defRPr>
            </a:lvl5pPr>
            <a:lvl6pPr marL="7380808" indent="0">
              <a:buNone/>
              <a:defRPr sz="4500">
                <a:solidFill>
                  <a:schemeClr val="tx1">
                    <a:tint val="75000"/>
                  </a:schemeClr>
                </a:solidFill>
              </a:defRPr>
            </a:lvl6pPr>
            <a:lvl7pPr marL="8856970" indent="0">
              <a:buNone/>
              <a:defRPr sz="4500">
                <a:solidFill>
                  <a:schemeClr val="tx1">
                    <a:tint val="75000"/>
                  </a:schemeClr>
                </a:solidFill>
              </a:defRPr>
            </a:lvl7pPr>
            <a:lvl8pPr marL="10333131" indent="0">
              <a:buNone/>
              <a:defRPr sz="4500">
                <a:solidFill>
                  <a:schemeClr val="tx1">
                    <a:tint val="75000"/>
                  </a:schemeClr>
                </a:solidFill>
              </a:defRPr>
            </a:lvl8pPr>
            <a:lvl9pPr marL="11809293" indent="0">
              <a:buNone/>
              <a:defRPr sz="45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C089F23-8515-49C8-8DA6-CEDCF3805BC2}" type="datetimeFigureOut">
              <a:rPr lang="en-GB" smtClean="0"/>
              <a:t>06/02/2024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FBC521B-B080-4F78-B5F6-7A0FAD8F091E}" type="slidenum">
              <a:rPr lang="en-GB" smtClean="0"/>
              <a:t>‹#›</a:t>
            </a:fld>
            <a:endParaRPr lang="en-GB"/>
          </a:p>
        </p:txBody>
      </p:sp>
    </p:spTree>
    <p:extLst>
      <p:ext uri="{BB962C8B-B14F-4D97-AF65-F5344CB8AC3E}">
        <p14:creationId xmlns:p14="http://schemas.microsoft.com/office/powerpoint/2010/main" val="20106312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1069340" y="7065330"/>
            <a:ext cx="9445837" cy="19983384"/>
          </a:xfrm>
        </p:spPr>
        <p:txBody>
          <a:bodyPr/>
          <a:lstStyle>
            <a:lvl1pPr>
              <a:defRPr sz="9000"/>
            </a:lvl1pPr>
            <a:lvl2pPr>
              <a:defRPr sz="7700"/>
            </a:lvl2pPr>
            <a:lvl3pPr>
              <a:defRPr sz="6500"/>
            </a:lvl3pPr>
            <a:lvl4pPr>
              <a:defRPr sz="5800"/>
            </a:lvl4pPr>
            <a:lvl5pPr>
              <a:defRPr sz="5800"/>
            </a:lvl5pPr>
            <a:lvl6pPr>
              <a:defRPr sz="5800"/>
            </a:lvl6pPr>
            <a:lvl7pPr>
              <a:defRPr sz="5800"/>
            </a:lvl7pPr>
            <a:lvl8pPr>
              <a:defRPr sz="5800"/>
            </a:lvl8pPr>
            <a:lvl9pPr>
              <a:defRPr sz="5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10871623" y="7065330"/>
            <a:ext cx="9445837" cy="19983384"/>
          </a:xfrm>
        </p:spPr>
        <p:txBody>
          <a:bodyPr/>
          <a:lstStyle>
            <a:lvl1pPr>
              <a:defRPr sz="9000"/>
            </a:lvl1pPr>
            <a:lvl2pPr>
              <a:defRPr sz="7700"/>
            </a:lvl2pPr>
            <a:lvl3pPr>
              <a:defRPr sz="6500"/>
            </a:lvl3pPr>
            <a:lvl4pPr>
              <a:defRPr sz="5800"/>
            </a:lvl4pPr>
            <a:lvl5pPr>
              <a:defRPr sz="5800"/>
            </a:lvl5pPr>
            <a:lvl6pPr>
              <a:defRPr sz="5800"/>
            </a:lvl6pPr>
            <a:lvl7pPr>
              <a:defRPr sz="5800"/>
            </a:lvl7pPr>
            <a:lvl8pPr>
              <a:defRPr sz="5800"/>
            </a:lvl8pPr>
            <a:lvl9pPr>
              <a:defRPr sz="5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6C089F23-8515-49C8-8DA6-CEDCF3805BC2}" type="datetimeFigureOut">
              <a:rPr lang="en-GB" smtClean="0"/>
              <a:t>06/02/2024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8FBC521B-B080-4F78-B5F6-7A0FAD8F091E}" type="slidenum">
              <a:rPr lang="en-GB" smtClean="0"/>
              <a:t>‹#›</a:t>
            </a:fld>
            <a:endParaRPr lang="en-GB"/>
          </a:p>
        </p:txBody>
      </p:sp>
    </p:spTree>
    <p:extLst>
      <p:ext uri="{BB962C8B-B14F-4D97-AF65-F5344CB8AC3E}">
        <p14:creationId xmlns:p14="http://schemas.microsoft.com/office/powerpoint/2010/main" val="32150459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1069340" y="6777950"/>
            <a:ext cx="9449551" cy="2824727"/>
          </a:xfrm>
        </p:spPr>
        <p:txBody>
          <a:bodyPr anchor="b"/>
          <a:lstStyle>
            <a:lvl1pPr marL="0" indent="0">
              <a:buNone/>
              <a:defRPr sz="7700" b="1"/>
            </a:lvl1pPr>
            <a:lvl2pPr marL="1476162" indent="0">
              <a:buNone/>
              <a:defRPr sz="6500" b="1"/>
            </a:lvl2pPr>
            <a:lvl3pPr marL="2952323" indent="0">
              <a:buNone/>
              <a:defRPr sz="5800" b="1"/>
            </a:lvl3pPr>
            <a:lvl4pPr marL="4428485" indent="0">
              <a:buNone/>
              <a:defRPr sz="5200" b="1"/>
            </a:lvl4pPr>
            <a:lvl5pPr marL="5904647" indent="0">
              <a:buNone/>
              <a:defRPr sz="5200" b="1"/>
            </a:lvl5pPr>
            <a:lvl6pPr marL="7380808" indent="0">
              <a:buNone/>
              <a:defRPr sz="5200" b="1"/>
            </a:lvl6pPr>
            <a:lvl7pPr marL="8856970" indent="0">
              <a:buNone/>
              <a:defRPr sz="5200" b="1"/>
            </a:lvl7pPr>
            <a:lvl8pPr marL="10333131" indent="0">
              <a:buNone/>
              <a:defRPr sz="5200" b="1"/>
            </a:lvl8pPr>
            <a:lvl9pPr marL="11809293" indent="0">
              <a:buNone/>
              <a:defRPr sz="5200" b="1"/>
            </a:lvl9pPr>
          </a:lstStyle>
          <a:p>
            <a:pPr lvl="0"/>
            <a:r>
              <a:rPr lang="en-US"/>
              <a:t>Click to edit Master text styles</a:t>
            </a:r>
          </a:p>
        </p:txBody>
      </p:sp>
      <p:sp>
        <p:nvSpPr>
          <p:cNvPr id="4" name="Content Placeholder 3"/>
          <p:cNvSpPr>
            <a:spLocks noGrp="1"/>
          </p:cNvSpPr>
          <p:nvPr>
            <p:ph sz="half" idx="2"/>
          </p:nvPr>
        </p:nvSpPr>
        <p:spPr>
          <a:xfrm>
            <a:off x="1069340" y="9602677"/>
            <a:ext cx="9449551" cy="17446034"/>
          </a:xfrm>
        </p:spPr>
        <p:txBody>
          <a:bodyPr/>
          <a:lstStyle>
            <a:lvl1pPr>
              <a:defRPr sz="7700"/>
            </a:lvl1pPr>
            <a:lvl2pPr>
              <a:defRPr sz="6500"/>
            </a:lvl2pPr>
            <a:lvl3pPr>
              <a:defRPr sz="5800"/>
            </a:lvl3pPr>
            <a:lvl4pPr>
              <a:defRPr sz="5200"/>
            </a:lvl4pPr>
            <a:lvl5pPr>
              <a:defRPr sz="5200"/>
            </a:lvl5pPr>
            <a:lvl6pPr>
              <a:defRPr sz="5200"/>
            </a:lvl6pPr>
            <a:lvl7pPr>
              <a:defRPr sz="5200"/>
            </a:lvl7pPr>
            <a:lvl8pPr>
              <a:defRPr sz="5200"/>
            </a:lvl8pPr>
            <a:lvl9pPr>
              <a:defRPr sz="5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10864198" y="6777950"/>
            <a:ext cx="9453263" cy="2824727"/>
          </a:xfrm>
        </p:spPr>
        <p:txBody>
          <a:bodyPr anchor="b"/>
          <a:lstStyle>
            <a:lvl1pPr marL="0" indent="0">
              <a:buNone/>
              <a:defRPr sz="7700" b="1"/>
            </a:lvl1pPr>
            <a:lvl2pPr marL="1476162" indent="0">
              <a:buNone/>
              <a:defRPr sz="6500" b="1"/>
            </a:lvl2pPr>
            <a:lvl3pPr marL="2952323" indent="0">
              <a:buNone/>
              <a:defRPr sz="5800" b="1"/>
            </a:lvl3pPr>
            <a:lvl4pPr marL="4428485" indent="0">
              <a:buNone/>
              <a:defRPr sz="5200" b="1"/>
            </a:lvl4pPr>
            <a:lvl5pPr marL="5904647" indent="0">
              <a:buNone/>
              <a:defRPr sz="5200" b="1"/>
            </a:lvl5pPr>
            <a:lvl6pPr marL="7380808" indent="0">
              <a:buNone/>
              <a:defRPr sz="5200" b="1"/>
            </a:lvl6pPr>
            <a:lvl7pPr marL="8856970" indent="0">
              <a:buNone/>
              <a:defRPr sz="5200" b="1"/>
            </a:lvl7pPr>
            <a:lvl8pPr marL="10333131" indent="0">
              <a:buNone/>
              <a:defRPr sz="5200" b="1"/>
            </a:lvl8pPr>
            <a:lvl9pPr marL="11809293" indent="0">
              <a:buNone/>
              <a:defRPr sz="5200" b="1"/>
            </a:lvl9pPr>
          </a:lstStyle>
          <a:p>
            <a:pPr lvl="0"/>
            <a:r>
              <a:rPr lang="en-US"/>
              <a:t>Click to edit Master text styles</a:t>
            </a:r>
          </a:p>
        </p:txBody>
      </p:sp>
      <p:sp>
        <p:nvSpPr>
          <p:cNvPr id="6" name="Content Placeholder 5"/>
          <p:cNvSpPr>
            <a:spLocks noGrp="1"/>
          </p:cNvSpPr>
          <p:nvPr>
            <p:ph sz="quarter" idx="4"/>
          </p:nvPr>
        </p:nvSpPr>
        <p:spPr>
          <a:xfrm>
            <a:off x="10864198" y="9602677"/>
            <a:ext cx="9453263" cy="17446034"/>
          </a:xfrm>
        </p:spPr>
        <p:txBody>
          <a:bodyPr/>
          <a:lstStyle>
            <a:lvl1pPr>
              <a:defRPr sz="7700"/>
            </a:lvl1pPr>
            <a:lvl2pPr>
              <a:defRPr sz="6500"/>
            </a:lvl2pPr>
            <a:lvl3pPr>
              <a:defRPr sz="5800"/>
            </a:lvl3pPr>
            <a:lvl4pPr>
              <a:defRPr sz="5200"/>
            </a:lvl4pPr>
            <a:lvl5pPr>
              <a:defRPr sz="5200"/>
            </a:lvl5pPr>
            <a:lvl6pPr>
              <a:defRPr sz="5200"/>
            </a:lvl6pPr>
            <a:lvl7pPr>
              <a:defRPr sz="5200"/>
            </a:lvl7pPr>
            <a:lvl8pPr>
              <a:defRPr sz="5200"/>
            </a:lvl8pPr>
            <a:lvl9pPr>
              <a:defRPr sz="5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6C089F23-8515-49C8-8DA6-CEDCF3805BC2}" type="datetimeFigureOut">
              <a:rPr lang="en-GB" smtClean="0"/>
              <a:t>06/02/2024</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8FBC521B-B080-4F78-B5F6-7A0FAD8F091E}" type="slidenum">
              <a:rPr lang="en-GB" smtClean="0"/>
              <a:t>‹#›</a:t>
            </a:fld>
            <a:endParaRPr lang="en-GB"/>
          </a:p>
        </p:txBody>
      </p:sp>
    </p:spTree>
    <p:extLst>
      <p:ext uri="{BB962C8B-B14F-4D97-AF65-F5344CB8AC3E}">
        <p14:creationId xmlns:p14="http://schemas.microsoft.com/office/powerpoint/2010/main" val="31886239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6C089F23-8515-49C8-8DA6-CEDCF3805BC2}" type="datetimeFigureOut">
              <a:rPr lang="en-GB" smtClean="0"/>
              <a:t>06/02/2024</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8FBC521B-B080-4F78-B5F6-7A0FAD8F091E}" type="slidenum">
              <a:rPr lang="en-GB" smtClean="0"/>
              <a:t>‹#›</a:t>
            </a:fld>
            <a:endParaRPr lang="en-GB"/>
          </a:p>
        </p:txBody>
      </p:sp>
    </p:spTree>
    <p:extLst>
      <p:ext uri="{BB962C8B-B14F-4D97-AF65-F5344CB8AC3E}">
        <p14:creationId xmlns:p14="http://schemas.microsoft.com/office/powerpoint/2010/main" val="19108570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C089F23-8515-49C8-8DA6-CEDCF3805BC2}" type="datetimeFigureOut">
              <a:rPr lang="en-GB" smtClean="0"/>
              <a:t>06/02/2024</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8FBC521B-B080-4F78-B5F6-7A0FAD8F091E}" type="slidenum">
              <a:rPr lang="en-GB" smtClean="0"/>
              <a:t>‹#›</a:t>
            </a:fld>
            <a:endParaRPr lang="en-GB"/>
          </a:p>
        </p:txBody>
      </p:sp>
    </p:spTree>
    <p:extLst>
      <p:ext uri="{BB962C8B-B14F-4D97-AF65-F5344CB8AC3E}">
        <p14:creationId xmlns:p14="http://schemas.microsoft.com/office/powerpoint/2010/main" val="42623281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69341" y="1205591"/>
            <a:ext cx="7036110" cy="5130774"/>
          </a:xfrm>
        </p:spPr>
        <p:txBody>
          <a:bodyPr anchor="b"/>
          <a:lstStyle>
            <a:lvl1pPr algn="l">
              <a:defRPr sz="6500" b="1"/>
            </a:lvl1pPr>
          </a:lstStyle>
          <a:p>
            <a:r>
              <a:rPr lang="en-US"/>
              <a:t>Click to edit Master title style</a:t>
            </a:r>
            <a:endParaRPr lang="en-GB"/>
          </a:p>
        </p:txBody>
      </p:sp>
      <p:sp>
        <p:nvSpPr>
          <p:cNvPr id="3" name="Content Placeholder 2"/>
          <p:cNvSpPr>
            <a:spLocks noGrp="1"/>
          </p:cNvSpPr>
          <p:nvPr>
            <p:ph idx="1"/>
          </p:nvPr>
        </p:nvSpPr>
        <p:spPr>
          <a:xfrm>
            <a:off x="8361645" y="1205594"/>
            <a:ext cx="11955815" cy="25843120"/>
          </a:xfrm>
        </p:spPr>
        <p:txBody>
          <a:bodyPr/>
          <a:lstStyle>
            <a:lvl1pPr>
              <a:defRPr sz="10300"/>
            </a:lvl1pPr>
            <a:lvl2pPr>
              <a:defRPr sz="9000"/>
            </a:lvl2pPr>
            <a:lvl3pPr>
              <a:defRPr sz="7700"/>
            </a:lvl3pPr>
            <a:lvl4pPr>
              <a:defRPr sz="6500"/>
            </a:lvl4pPr>
            <a:lvl5pPr>
              <a:defRPr sz="6500"/>
            </a:lvl5pPr>
            <a:lvl6pPr>
              <a:defRPr sz="6500"/>
            </a:lvl6pPr>
            <a:lvl7pPr>
              <a:defRPr sz="6500"/>
            </a:lvl7pPr>
            <a:lvl8pPr>
              <a:defRPr sz="6500"/>
            </a:lvl8pPr>
            <a:lvl9pPr>
              <a:defRPr sz="6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1069341" y="6336367"/>
            <a:ext cx="7036110" cy="20712346"/>
          </a:xfrm>
        </p:spPr>
        <p:txBody>
          <a:bodyPr/>
          <a:lstStyle>
            <a:lvl1pPr marL="0" indent="0">
              <a:buNone/>
              <a:defRPr sz="4500"/>
            </a:lvl1pPr>
            <a:lvl2pPr marL="1476162" indent="0">
              <a:buNone/>
              <a:defRPr sz="3900"/>
            </a:lvl2pPr>
            <a:lvl3pPr marL="2952323" indent="0">
              <a:buNone/>
              <a:defRPr sz="3200"/>
            </a:lvl3pPr>
            <a:lvl4pPr marL="4428485" indent="0">
              <a:buNone/>
              <a:defRPr sz="2900"/>
            </a:lvl4pPr>
            <a:lvl5pPr marL="5904647" indent="0">
              <a:buNone/>
              <a:defRPr sz="2900"/>
            </a:lvl5pPr>
            <a:lvl6pPr marL="7380808" indent="0">
              <a:buNone/>
              <a:defRPr sz="2900"/>
            </a:lvl6pPr>
            <a:lvl7pPr marL="8856970" indent="0">
              <a:buNone/>
              <a:defRPr sz="2900"/>
            </a:lvl7pPr>
            <a:lvl8pPr marL="10333131" indent="0">
              <a:buNone/>
              <a:defRPr sz="2900"/>
            </a:lvl8pPr>
            <a:lvl9pPr marL="11809293" indent="0">
              <a:buNone/>
              <a:defRPr sz="2900"/>
            </a:lvl9pPr>
          </a:lstStyle>
          <a:p>
            <a:pPr lvl="0"/>
            <a:r>
              <a:rPr lang="en-US"/>
              <a:t>Click to edit Master text styles</a:t>
            </a:r>
          </a:p>
        </p:txBody>
      </p:sp>
      <p:sp>
        <p:nvSpPr>
          <p:cNvPr id="5" name="Date Placeholder 4"/>
          <p:cNvSpPr>
            <a:spLocks noGrp="1"/>
          </p:cNvSpPr>
          <p:nvPr>
            <p:ph type="dt" sz="half" idx="10"/>
          </p:nvPr>
        </p:nvSpPr>
        <p:spPr/>
        <p:txBody>
          <a:bodyPr/>
          <a:lstStyle/>
          <a:p>
            <a:fld id="{6C089F23-8515-49C8-8DA6-CEDCF3805BC2}" type="datetimeFigureOut">
              <a:rPr lang="en-GB" smtClean="0"/>
              <a:t>06/02/2024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8FBC521B-B080-4F78-B5F6-7A0FAD8F091E}" type="slidenum">
              <a:rPr lang="en-GB" smtClean="0"/>
              <a:t>‹#›</a:t>
            </a:fld>
            <a:endParaRPr lang="en-GB"/>
          </a:p>
        </p:txBody>
      </p:sp>
    </p:spTree>
    <p:extLst>
      <p:ext uri="{BB962C8B-B14F-4D97-AF65-F5344CB8AC3E}">
        <p14:creationId xmlns:p14="http://schemas.microsoft.com/office/powerpoint/2010/main" val="28675117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191962" y="21195982"/>
            <a:ext cx="12832080" cy="2502306"/>
          </a:xfrm>
        </p:spPr>
        <p:txBody>
          <a:bodyPr anchor="b"/>
          <a:lstStyle>
            <a:lvl1pPr algn="l">
              <a:defRPr sz="6500" b="1"/>
            </a:lvl1pPr>
          </a:lstStyle>
          <a:p>
            <a:r>
              <a:rPr lang="en-US"/>
              <a:t>Click to edit Master title style</a:t>
            </a:r>
            <a:endParaRPr lang="en-GB"/>
          </a:p>
        </p:txBody>
      </p:sp>
      <p:sp>
        <p:nvSpPr>
          <p:cNvPr id="3" name="Picture Placeholder 2"/>
          <p:cNvSpPr>
            <a:spLocks noGrp="1"/>
          </p:cNvSpPr>
          <p:nvPr>
            <p:ph type="pic" idx="1"/>
          </p:nvPr>
        </p:nvSpPr>
        <p:spPr>
          <a:xfrm>
            <a:off x="4191962" y="2705572"/>
            <a:ext cx="12832080" cy="18167985"/>
          </a:xfrm>
        </p:spPr>
        <p:txBody>
          <a:bodyPr/>
          <a:lstStyle>
            <a:lvl1pPr marL="0" indent="0">
              <a:buNone/>
              <a:defRPr sz="10300"/>
            </a:lvl1pPr>
            <a:lvl2pPr marL="1476162" indent="0">
              <a:buNone/>
              <a:defRPr sz="9000"/>
            </a:lvl2pPr>
            <a:lvl3pPr marL="2952323" indent="0">
              <a:buNone/>
              <a:defRPr sz="7700"/>
            </a:lvl3pPr>
            <a:lvl4pPr marL="4428485" indent="0">
              <a:buNone/>
              <a:defRPr sz="6500"/>
            </a:lvl4pPr>
            <a:lvl5pPr marL="5904647" indent="0">
              <a:buNone/>
              <a:defRPr sz="6500"/>
            </a:lvl5pPr>
            <a:lvl6pPr marL="7380808" indent="0">
              <a:buNone/>
              <a:defRPr sz="6500"/>
            </a:lvl6pPr>
            <a:lvl7pPr marL="8856970" indent="0">
              <a:buNone/>
              <a:defRPr sz="6500"/>
            </a:lvl7pPr>
            <a:lvl8pPr marL="10333131" indent="0">
              <a:buNone/>
              <a:defRPr sz="6500"/>
            </a:lvl8pPr>
            <a:lvl9pPr marL="11809293" indent="0">
              <a:buNone/>
              <a:defRPr sz="6500"/>
            </a:lvl9pPr>
          </a:lstStyle>
          <a:p>
            <a:endParaRPr lang="en-GB"/>
          </a:p>
        </p:txBody>
      </p:sp>
      <p:sp>
        <p:nvSpPr>
          <p:cNvPr id="4" name="Text Placeholder 3"/>
          <p:cNvSpPr>
            <a:spLocks noGrp="1"/>
          </p:cNvSpPr>
          <p:nvPr>
            <p:ph type="body" sz="half" idx="2"/>
          </p:nvPr>
        </p:nvSpPr>
        <p:spPr>
          <a:xfrm>
            <a:off x="4191962" y="23698288"/>
            <a:ext cx="12832080" cy="3553689"/>
          </a:xfrm>
        </p:spPr>
        <p:txBody>
          <a:bodyPr/>
          <a:lstStyle>
            <a:lvl1pPr marL="0" indent="0">
              <a:buNone/>
              <a:defRPr sz="4500"/>
            </a:lvl1pPr>
            <a:lvl2pPr marL="1476162" indent="0">
              <a:buNone/>
              <a:defRPr sz="3900"/>
            </a:lvl2pPr>
            <a:lvl3pPr marL="2952323" indent="0">
              <a:buNone/>
              <a:defRPr sz="3200"/>
            </a:lvl3pPr>
            <a:lvl4pPr marL="4428485" indent="0">
              <a:buNone/>
              <a:defRPr sz="2900"/>
            </a:lvl4pPr>
            <a:lvl5pPr marL="5904647" indent="0">
              <a:buNone/>
              <a:defRPr sz="2900"/>
            </a:lvl5pPr>
            <a:lvl6pPr marL="7380808" indent="0">
              <a:buNone/>
              <a:defRPr sz="2900"/>
            </a:lvl6pPr>
            <a:lvl7pPr marL="8856970" indent="0">
              <a:buNone/>
              <a:defRPr sz="2900"/>
            </a:lvl7pPr>
            <a:lvl8pPr marL="10333131" indent="0">
              <a:buNone/>
              <a:defRPr sz="2900"/>
            </a:lvl8pPr>
            <a:lvl9pPr marL="11809293" indent="0">
              <a:buNone/>
              <a:defRPr sz="2900"/>
            </a:lvl9pPr>
          </a:lstStyle>
          <a:p>
            <a:pPr lvl="0"/>
            <a:r>
              <a:rPr lang="en-US"/>
              <a:t>Click to edit Master text styles</a:t>
            </a:r>
          </a:p>
        </p:txBody>
      </p:sp>
      <p:sp>
        <p:nvSpPr>
          <p:cNvPr id="5" name="Date Placeholder 4"/>
          <p:cNvSpPr>
            <a:spLocks noGrp="1"/>
          </p:cNvSpPr>
          <p:nvPr>
            <p:ph type="dt" sz="half" idx="10"/>
          </p:nvPr>
        </p:nvSpPr>
        <p:spPr/>
        <p:txBody>
          <a:bodyPr/>
          <a:lstStyle/>
          <a:p>
            <a:fld id="{6C089F23-8515-49C8-8DA6-CEDCF3805BC2}" type="datetimeFigureOut">
              <a:rPr lang="en-GB" smtClean="0"/>
              <a:t>06/02/2024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8FBC521B-B080-4F78-B5F6-7A0FAD8F091E}" type="slidenum">
              <a:rPr lang="en-GB" smtClean="0"/>
              <a:t>‹#›</a:t>
            </a:fld>
            <a:endParaRPr lang="en-GB"/>
          </a:p>
        </p:txBody>
      </p:sp>
    </p:spTree>
    <p:extLst>
      <p:ext uri="{BB962C8B-B14F-4D97-AF65-F5344CB8AC3E}">
        <p14:creationId xmlns:p14="http://schemas.microsoft.com/office/powerpoint/2010/main" val="27007730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6C089F23-8515-49C8-8DA6-CEDCF3805BC2}" type="datetimeFigureOut">
              <a:rPr lang="en-GB" smtClean="0"/>
              <a:t>06/02/2024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FBC521B-B080-4F78-B5F6-7A0FAD8F091E}" type="slidenum">
              <a:rPr lang="en-GB" smtClean="0"/>
              <a:t>‹#›</a:t>
            </a:fld>
            <a:endParaRPr lang="en-GB"/>
          </a:p>
        </p:txBody>
      </p:sp>
    </p:spTree>
    <p:extLst>
      <p:ext uri="{BB962C8B-B14F-4D97-AF65-F5344CB8AC3E}">
        <p14:creationId xmlns:p14="http://schemas.microsoft.com/office/powerpoint/2010/main" val="3953016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5505430" y="1212605"/>
            <a:ext cx="4812030" cy="25836108"/>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1069340" y="1212605"/>
            <a:ext cx="14079643" cy="2583610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6C089F23-8515-49C8-8DA6-CEDCF3805BC2}" type="datetimeFigureOut">
              <a:rPr lang="en-GB" smtClean="0"/>
              <a:t>06/02/2024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FBC521B-B080-4F78-B5F6-7A0FAD8F091E}" type="slidenum">
              <a:rPr lang="en-GB" smtClean="0"/>
              <a:t>‹#›</a:t>
            </a:fld>
            <a:endParaRPr lang="en-GB"/>
          </a:p>
        </p:txBody>
      </p:sp>
    </p:spTree>
    <p:extLst>
      <p:ext uri="{BB962C8B-B14F-4D97-AF65-F5344CB8AC3E}">
        <p14:creationId xmlns:p14="http://schemas.microsoft.com/office/powerpoint/2010/main" val="11472152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340" y="1212603"/>
            <a:ext cx="19248120" cy="5046663"/>
          </a:xfrm>
          <a:prstGeom prst="rect">
            <a:avLst/>
          </a:prstGeom>
        </p:spPr>
        <p:txBody>
          <a:bodyPr vert="horz" lIns="295232" tIns="147616" rIns="295232" bIns="147616"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1069340" y="7065330"/>
            <a:ext cx="19248120" cy="19983384"/>
          </a:xfrm>
          <a:prstGeom prst="rect">
            <a:avLst/>
          </a:prstGeom>
        </p:spPr>
        <p:txBody>
          <a:bodyPr vert="horz" lIns="295232" tIns="147616" rIns="295232" bIns="147616"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1069340" y="28065053"/>
            <a:ext cx="4990253" cy="1612128"/>
          </a:xfrm>
          <a:prstGeom prst="rect">
            <a:avLst/>
          </a:prstGeom>
        </p:spPr>
        <p:txBody>
          <a:bodyPr vert="horz" lIns="295232" tIns="147616" rIns="295232" bIns="147616" rtlCol="0" anchor="ctr"/>
          <a:lstStyle>
            <a:lvl1pPr algn="l">
              <a:defRPr sz="3900">
                <a:solidFill>
                  <a:schemeClr val="tx1">
                    <a:tint val="75000"/>
                  </a:schemeClr>
                </a:solidFill>
              </a:defRPr>
            </a:lvl1pPr>
          </a:lstStyle>
          <a:p>
            <a:fld id="{6C089F23-8515-49C8-8DA6-CEDCF3805BC2}" type="datetimeFigureOut">
              <a:rPr lang="en-GB" smtClean="0"/>
              <a:t>06/02/2024</a:t>
            </a:fld>
            <a:endParaRPr lang="en-GB"/>
          </a:p>
        </p:txBody>
      </p:sp>
      <p:sp>
        <p:nvSpPr>
          <p:cNvPr id="5" name="Footer Placeholder 4"/>
          <p:cNvSpPr>
            <a:spLocks noGrp="1"/>
          </p:cNvSpPr>
          <p:nvPr>
            <p:ph type="ftr" sz="quarter" idx="3"/>
          </p:nvPr>
        </p:nvSpPr>
        <p:spPr>
          <a:xfrm>
            <a:off x="7307157" y="28065053"/>
            <a:ext cx="6772487" cy="1612128"/>
          </a:xfrm>
          <a:prstGeom prst="rect">
            <a:avLst/>
          </a:prstGeom>
        </p:spPr>
        <p:txBody>
          <a:bodyPr vert="horz" lIns="295232" tIns="147616" rIns="295232" bIns="147616" rtlCol="0" anchor="ctr"/>
          <a:lstStyle>
            <a:lvl1pPr algn="ctr">
              <a:defRPr sz="39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15327207" y="28065053"/>
            <a:ext cx="4990253" cy="1612128"/>
          </a:xfrm>
          <a:prstGeom prst="rect">
            <a:avLst/>
          </a:prstGeom>
        </p:spPr>
        <p:txBody>
          <a:bodyPr vert="horz" lIns="295232" tIns="147616" rIns="295232" bIns="147616" rtlCol="0" anchor="ctr"/>
          <a:lstStyle>
            <a:lvl1pPr algn="r">
              <a:defRPr sz="3900">
                <a:solidFill>
                  <a:schemeClr val="tx1">
                    <a:tint val="75000"/>
                  </a:schemeClr>
                </a:solidFill>
              </a:defRPr>
            </a:lvl1pPr>
          </a:lstStyle>
          <a:p>
            <a:fld id="{8FBC521B-B080-4F78-B5F6-7A0FAD8F091E}" type="slidenum">
              <a:rPr lang="en-GB" smtClean="0"/>
              <a:t>‹#›</a:t>
            </a:fld>
            <a:endParaRPr lang="en-GB"/>
          </a:p>
        </p:txBody>
      </p:sp>
    </p:spTree>
    <p:extLst>
      <p:ext uri="{BB962C8B-B14F-4D97-AF65-F5344CB8AC3E}">
        <p14:creationId xmlns:p14="http://schemas.microsoft.com/office/powerpoint/2010/main" val="10889897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2952323" rtl="0" eaLnBrk="1" latinLnBrk="0" hangingPunct="1">
        <a:spcBef>
          <a:spcPct val="0"/>
        </a:spcBef>
        <a:buNone/>
        <a:defRPr sz="14200" kern="1200">
          <a:solidFill>
            <a:schemeClr val="tx1"/>
          </a:solidFill>
          <a:latin typeface="+mj-lt"/>
          <a:ea typeface="+mj-ea"/>
          <a:cs typeface="+mj-cs"/>
        </a:defRPr>
      </a:lvl1pPr>
    </p:titleStyle>
    <p:bodyStyle>
      <a:lvl1pPr marL="1107121" indent="-1107121" algn="l" defTabSz="2952323" rtl="0" eaLnBrk="1" latinLnBrk="0" hangingPunct="1">
        <a:spcBef>
          <a:spcPct val="20000"/>
        </a:spcBef>
        <a:buFont typeface="Arial" panose="020B0604020202020204" pitchFamily="34" charset="0"/>
        <a:buChar char="•"/>
        <a:defRPr sz="10300" kern="1200">
          <a:solidFill>
            <a:schemeClr val="tx1"/>
          </a:solidFill>
          <a:latin typeface="+mn-lt"/>
          <a:ea typeface="+mn-ea"/>
          <a:cs typeface="+mn-cs"/>
        </a:defRPr>
      </a:lvl1pPr>
      <a:lvl2pPr marL="2398763" indent="-922601" algn="l" defTabSz="2952323" rtl="0" eaLnBrk="1" latinLnBrk="0" hangingPunct="1">
        <a:spcBef>
          <a:spcPct val="20000"/>
        </a:spcBef>
        <a:buFont typeface="Arial" panose="020B0604020202020204" pitchFamily="34" charset="0"/>
        <a:buChar char="–"/>
        <a:defRPr sz="9000" kern="1200">
          <a:solidFill>
            <a:schemeClr val="tx1"/>
          </a:solidFill>
          <a:latin typeface="+mn-lt"/>
          <a:ea typeface="+mn-ea"/>
          <a:cs typeface="+mn-cs"/>
        </a:defRPr>
      </a:lvl2pPr>
      <a:lvl3pPr marL="3690404" indent="-738081" algn="l" defTabSz="2952323" rtl="0" eaLnBrk="1" latinLnBrk="0" hangingPunct="1">
        <a:spcBef>
          <a:spcPct val="20000"/>
        </a:spcBef>
        <a:buFont typeface="Arial" panose="020B0604020202020204" pitchFamily="34" charset="0"/>
        <a:buChar char="•"/>
        <a:defRPr sz="7700" kern="1200">
          <a:solidFill>
            <a:schemeClr val="tx1"/>
          </a:solidFill>
          <a:latin typeface="+mn-lt"/>
          <a:ea typeface="+mn-ea"/>
          <a:cs typeface="+mn-cs"/>
        </a:defRPr>
      </a:lvl3pPr>
      <a:lvl4pPr marL="5166566" indent="-738081" algn="l" defTabSz="2952323" rtl="0" eaLnBrk="1" latinLnBrk="0" hangingPunct="1">
        <a:spcBef>
          <a:spcPct val="20000"/>
        </a:spcBef>
        <a:buFont typeface="Arial" panose="020B0604020202020204" pitchFamily="34" charset="0"/>
        <a:buChar char="–"/>
        <a:defRPr sz="6500" kern="1200">
          <a:solidFill>
            <a:schemeClr val="tx1"/>
          </a:solidFill>
          <a:latin typeface="+mn-lt"/>
          <a:ea typeface="+mn-ea"/>
          <a:cs typeface="+mn-cs"/>
        </a:defRPr>
      </a:lvl4pPr>
      <a:lvl5pPr marL="6642727" indent="-738081" algn="l" defTabSz="2952323" rtl="0" eaLnBrk="1" latinLnBrk="0" hangingPunct="1">
        <a:spcBef>
          <a:spcPct val="20000"/>
        </a:spcBef>
        <a:buFont typeface="Arial" panose="020B0604020202020204" pitchFamily="34" charset="0"/>
        <a:buChar char="»"/>
        <a:defRPr sz="6500" kern="1200">
          <a:solidFill>
            <a:schemeClr val="tx1"/>
          </a:solidFill>
          <a:latin typeface="+mn-lt"/>
          <a:ea typeface="+mn-ea"/>
          <a:cs typeface="+mn-cs"/>
        </a:defRPr>
      </a:lvl5pPr>
      <a:lvl6pPr marL="8118889" indent="-738081" algn="l" defTabSz="2952323" rtl="0" eaLnBrk="1" latinLnBrk="0" hangingPunct="1">
        <a:spcBef>
          <a:spcPct val="20000"/>
        </a:spcBef>
        <a:buFont typeface="Arial" panose="020B0604020202020204" pitchFamily="34" charset="0"/>
        <a:buChar char="•"/>
        <a:defRPr sz="6500" kern="1200">
          <a:solidFill>
            <a:schemeClr val="tx1"/>
          </a:solidFill>
          <a:latin typeface="+mn-lt"/>
          <a:ea typeface="+mn-ea"/>
          <a:cs typeface="+mn-cs"/>
        </a:defRPr>
      </a:lvl6pPr>
      <a:lvl7pPr marL="9595051" indent="-738081" algn="l" defTabSz="2952323" rtl="0" eaLnBrk="1" latinLnBrk="0" hangingPunct="1">
        <a:spcBef>
          <a:spcPct val="20000"/>
        </a:spcBef>
        <a:buFont typeface="Arial" panose="020B0604020202020204" pitchFamily="34" charset="0"/>
        <a:buChar char="•"/>
        <a:defRPr sz="6500" kern="1200">
          <a:solidFill>
            <a:schemeClr val="tx1"/>
          </a:solidFill>
          <a:latin typeface="+mn-lt"/>
          <a:ea typeface="+mn-ea"/>
          <a:cs typeface="+mn-cs"/>
        </a:defRPr>
      </a:lvl7pPr>
      <a:lvl8pPr marL="11071212" indent="-738081" algn="l" defTabSz="2952323" rtl="0" eaLnBrk="1" latinLnBrk="0" hangingPunct="1">
        <a:spcBef>
          <a:spcPct val="20000"/>
        </a:spcBef>
        <a:buFont typeface="Arial" panose="020B0604020202020204" pitchFamily="34" charset="0"/>
        <a:buChar char="•"/>
        <a:defRPr sz="6500" kern="1200">
          <a:solidFill>
            <a:schemeClr val="tx1"/>
          </a:solidFill>
          <a:latin typeface="+mn-lt"/>
          <a:ea typeface="+mn-ea"/>
          <a:cs typeface="+mn-cs"/>
        </a:defRPr>
      </a:lvl8pPr>
      <a:lvl9pPr marL="12547374" indent="-738081" algn="l" defTabSz="2952323" rtl="0" eaLnBrk="1" latinLnBrk="0" hangingPunct="1">
        <a:spcBef>
          <a:spcPct val="20000"/>
        </a:spcBef>
        <a:buFont typeface="Arial" panose="020B0604020202020204" pitchFamily="34" charset="0"/>
        <a:buChar char="•"/>
        <a:defRPr sz="6500" kern="1200">
          <a:solidFill>
            <a:schemeClr val="tx1"/>
          </a:solidFill>
          <a:latin typeface="+mn-lt"/>
          <a:ea typeface="+mn-ea"/>
          <a:cs typeface="+mn-cs"/>
        </a:defRPr>
      </a:lvl9pPr>
    </p:bodyStyle>
    <p:otherStyle>
      <a:defPPr>
        <a:defRPr lang="en-US"/>
      </a:defPPr>
      <a:lvl1pPr marL="0" algn="l" defTabSz="2952323" rtl="0" eaLnBrk="1" latinLnBrk="0" hangingPunct="1">
        <a:defRPr sz="5800" kern="1200">
          <a:solidFill>
            <a:schemeClr val="tx1"/>
          </a:solidFill>
          <a:latin typeface="+mn-lt"/>
          <a:ea typeface="+mn-ea"/>
          <a:cs typeface="+mn-cs"/>
        </a:defRPr>
      </a:lvl1pPr>
      <a:lvl2pPr marL="1476162" algn="l" defTabSz="2952323" rtl="0" eaLnBrk="1" latinLnBrk="0" hangingPunct="1">
        <a:defRPr sz="5800" kern="1200">
          <a:solidFill>
            <a:schemeClr val="tx1"/>
          </a:solidFill>
          <a:latin typeface="+mn-lt"/>
          <a:ea typeface="+mn-ea"/>
          <a:cs typeface="+mn-cs"/>
        </a:defRPr>
      </a:lvl2pPr>
      <a:lvl3pPr marL="2952323" algn="l" defTabSz="2952323" rtl="0" eaLnBrk="1" latinLnBrk="0" hangingPunct="1">
        <a:defRPr sz="5800" kern="1200">
          <a:solidFill>
            <a:schemeClr val="tx1"/>
          </a:solidFill>
          <a:latin typeface="+mn-lt"/>
          <a:ea typeface="+mn-ea"/>
          <a:cs typeface="+mn-cs"/>
        </a:defRPr>
      </a:lvl3pPr>
      <a:lvl4pPr marL="4428485" algn="l" defTabSz="2952323" rtl="0" eaLnBrk="1" latinLnBrk="0" hangingPunct="1">
        <a:defRPr sz="5800" kern="1200">
          <a:solidFill>
            <a:schemeClr val="tx1"/>
          </a:solidFill>
          <a:latin typeface="+mn-lt"/>
          <a:ea typeface="+mn-ea"/>
          <a:cs typeface="+mn-cs"/>
        </a:defRPr>
      </a:lvl4pPr>
      <a:lvl5pPr marL="5904647" algn="l" defTabSz="2952323" rtl="0" eaLnBrk="1" latinLnBrk="0" hangingPunct="1">
        <a:defRPr sz="5800" kern="1200">
          <a:solidFill>
            <a:schemeClr val="tx1"/>
          </a:solidFill>
          <a:latin typeface="+mn-lt"/>
          <a:ea typeface="+mn-ea"/>
          <a:cs typeface="+mn-cs"/>
        </a:defRPr>
      </a:lvl5pPr>
      <a:lvl6pPr marL="7380808" algn="l" defTabSz="2952323" rtl="0" eaLnBrk="1" latinLnBrk="0" hangingPunct="1">
        <a:defRPr sz="5800" kern="1200">
          <a:solidFill>
            <a:schemeClr val="tx1"/>
          </a:solidFill>
          <a:latin typeface="+mn-lt"/>
          <a:ea typeface="+mn-ea"/>
          <a:cs typeface="+mn-cs"/>
        </a:defRPr>
      </a:lvl6pPr>
      <a:lvl7pPr marL="8856970" algn="l" defTabSz="2952323" rtl="0" eaLnBrk="1" latinLnBrk="0" hangingPunct="1">
        <a:defRPr sz="5800" kern="1200">
          <a:solidFill>
            <a:schemeClr val="tx1"/>
          </a:solidFill>
          <a:latin typeface="+mn-lt"/>
          <a:ea typeface="+mn-ea"/>
          <a:cs typeface="+mn-cs"/>
        </a:defRPr>
      </a:lvl7pPr>
      <a:lvl8pPr marL="10333131" algn="l" defTabSz="2952323" rtl="0" eaLnBrk="1" latinLnBrk="0" hangingPunct="1">
        <a:defRPr sz="5800" kern="1200">
          <a:solidFill>
            <a:schemeClr val="tx1"/>
          </a:solidFill>
          <a:latin typeface="+mn-lt"/>
          <a:ea typeface="+mn-ea"/>
          <a:cs typeface="+mn-cs"/>
        </a:defRPr>
      </a:lvl8pPr>
      <a:lvl9pPr marL="11809293" algn="l" defTabSz="2952323" rtl="0" eaLnBrk="1" latinLnBrk="0" hangingPunct="1">
        <a:defRPr sz="5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diagramColors" Target="../diagrams/colors1.xml"/><Relationship Id="rId13" Type="http://schemas.openxmlformats.org/officeDocument/2006/relationships/image" Target="../media/image3.png"/><Relationship Id="rId3" Type="http://schemas.openxmlformats.org/officeDocument/2006/relationships/hyperlink" Target="http://bit.ly/2Ir5Fu0" TargetMode="External"/><Relationship Id="rId7" Type="http://schemas.openxmlformats.org/officeDocument/2006/relationships/diagramQuickStyle" Target="../diagrams/quickStyle1.xml"/><Relationship Id="rId12"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Layout" Target="../diagrams/layout1.xml"/><Relationship Id="rId11" Type="http://schemas.openxmlformats.org/officeDocument/2006/relationships/hyperlink" Target="http://bit.ly/2sQFTcc" TargetMode="External"/><Relationship Id="rId5" Type="http://schemas.openxmlformats.org/officeDocument/2006/relationships/diagramData" Target="../diagrams/data1.xml"/><Relationship Id="rId15" Type="http://schemas.openxmlformats.org/officeDocument/2006/relationships/hyperlink" Target="http://bit.ly/2qGWVce" TargetMode="External"/><Relationship Id="rId10" Type="http://schemas.openxmlformats.org/officeDocument/2006/relationships/hyperlink" Target="http://bit.ly/2LR0zJL" TargetMode="External"/><Relationship Id="rId4" Type="http://schemas.openxmlformats.org/officeDocument/2006/relationships/image" Target="../media/image1.png"/><Relationship Id="rId9" Type="http://schemas.microsoft.com/office/2007/relationships/diagramDrawing" Target="../diagrams/drawing1.xml"/><Relationship Id="rId14" Type="http://schemas.openxmlformats.org/officeDocument/2006/relationships/hyperlink" Target="https://www.plymouth.ac.uk/staff/jason-truscott"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a:hlinkClick r:id="rId3"/>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20845485">
            <a:off x="3425232" y="16077852"/>
            <a:ext cx="1396586" cy="1969602"/>
          </a:xfrm>
          <a:prstGeom prst="rect">
            <a:avLst/>
          </a:prstGeom>
          <a:ln>
            <a:solidFill>
              <a:schemeClr val="tx1"/>
            </a:solidFill>
          </a:ln>
          <a:effectLst>
            <a:outerShdw blurRad="50800" dist="38100" dir="5400000" algn="t" rotWithShape="0">
              <a:prstClr val="black">
                <a:alpha val="40000"/>
              </a:prstClr>
            </a:outerShdw>
          </a:effectLst>
        </p:spPr>
      </p:pic>
      <p:graphicFrame>
        <p:nvGraphicFramePr>
          <p:cNvPr id="72" name="Content Placeholder 3"/>
          <p:cNvGraphicFramePr>
            <a:graphicFrameLocks/>
          </p:cNvGraphicFramePr>
          <p:nvPr>
            <p:extLst>
              <p:ext uri="{D42A27DB-BD31-4B8C-83A1-F6EECF244321}">
                <p14:modId xmlns:p14="http://schemas.microsoft.com/office/powerpoint/2010/main" val="728124803"/>
              </p:ext>
            </p:extLst>
          </p:nvPr>
        </p:nvGraphicFramePr>
        <p:xfrm>
          <a:off x="300457" y="11290792"/>
          <a:ext cx="12875644" cy="5772341"/>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1061" name="Rounded Rectangle 1060"/>
          <p:cNvSpPr/>
          <p:nvPr/>
        </p:nvSpPr>
        <p:spPr>
          <a:xfrm>
            <a:off x="276168" y="306339"/>
            <a:ext cx="20846000" cy="3854043"/>
          </a:xfrm>
          <a:prstGeom prst="roundRect">
            <a:avLst>
              <a:gd name="adj" fmla="val 8866"/>
            </a:avLst>
          </a:prstGeom>
          <a:solidFill>
            <a:srgbClr val="ECEEF0"/>
          </a:solidFill>
          <a:ln>
            <a:solidFill>
              <a:srgbClr val="ECEE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bg1">
                  <a:lumMod val="50000"/>
                </a:schemeClr>
              </a:solidFill>
            </a:endParaRPr>
          </a:p>
        </p:txBody>
      </p:sp>
      <p:sp>
        <p:nvSpPr>
          <p:cNvPr id="111" name="Rounded Rectangle 110"/>
          <p:cNvSpPr/>
          <p:nvPr/>
        </p:nvSpPr>
        <p:spPr>
          <a:xfrm>
            <a:off x="276169" y="28317451"/>
            <a:ext cx="20845999" cy="1685341"/>
          </a:xfrm>
          <a:prstGeom prst="roundRect">
            <a:avLst>
              <a:gd name="adj" fmla="val 11784"/>
            </a:avLst>
          </a:prstGeom>
          <a:solidFill>
            <a:srgbClr val="ECEEF0"/>
          </a:solidFill>
          <a:ln>
            <a:solidFill>
              <a:srgbClr val="ECEE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Title 3"/>
          <p:cNvSpPr>
            <a:spLocks noGrp="1"/>
          </p:cNvSpPr>
          <p:nvPr>
            <p:ph type="title"/>
          </p:nvPr>
        </p:nvSpPr>
        <p:spPr>
          <a:xfrm>
            <a:off x="475935" y="378347"/>
            <a:ext cx="20408623" cy="3648671"/>
          </a:xfrm>
        </p:spPr>
        <p:txBody>
          <a:bodyPr>
            <a:noAutofit/>
          </a:bodyPr>
          <a:lstStyle/>
          <a:p>
            <a:pPr algn="l"/>
            <a:r>
              <a:rPr lang="en-GB" sz="6600" b="1" dirty="0"/>
              <a:t>Encouraging STEM undergraduate students to make the leap into publishing research: The Plymouth Student Scientist e-journal     </a:t>
            </a:r>
            <a:endParaRPr lang="en-GB" sz="6600" b="1" dirty="0">
              <a:latin typeface="+mn-lt"/>
            </a:endParaRPr>
          </a:p>
        </p:txBody>
      </p:sp>
      <p:sp>
        <p:nvSpPr>
          <p:cNvPr id="1063" name="TextBox 1062"/>
          <p:cNvSpPr txBox="1"/>
          <p:nvPr/>
        </p:nvSpPr>
        <p:spPr>
          <a:xfrm>
            <a:off x="492194" y="4410217"/>
            <a:ext cx="10134634" cy="830997"/>
          </a:xfrm>
          <a:prstGeom prst="rect">
            <a:avLst/>
          </a:prstGeom>
          <a:noFill/>
        </p:spPr>
        <p:txBody>
          <a:bodyPr wrap="none" rtlCol="0" anchor="t">
            <a:spAutoFit/>
          </a:bodyPr>
          <a:lstStyle/>
          <a:p>
            <a:r>
              <a:rPr lang="en-GB" sz="4800" b="1" dirty="0"/>
              <a:t>Dr Jason </a:t>
            </a:r>
            <a:r>
              <a:rPr lang="en-GB" sz="4800" b="1" dirty="0" err="1"/>
              <a:t>Truscott</a:t>
            </a:r>
            <a:r>
              <a:rPr lang="en-GB" sz="4800" b="1" baseline="30000" dirty="0" err="1"/>
              <a:t>i</a:t>
            </a:r>
            <a:r>
              <a:rPr lang="en-GB" sz="4800" b="1" dirty="0"/>
              <a:t> and Dr Karen </a:t>
            </a:r>
            <a:r>
              <a:rPr lang="en-GB" sz="4800" b="1" dirty="0" err="1"/>
              <a:t>Gresty</a:t>
            </a:r>
            <a:r>
              <a:rPr lang="en-GB" sz="4800" b="1" baseline="30000" dirty="0" err="1"/>
              <a:t>ii</a:t>
            </a:r>
            <a:endParaRPr lang="en-GB" sz="4800" b="1" baseline="30000" dirty="0"/>
          </a:p>
        </p:txBody>
      </p:sp>
      <p:sp>
        <p:nvSpPr>
          <p:cNvPr id="180" name="Rectangle 179"/>
          <p:cNvSpPr/>
          <p:nvPr/>
        </p:nvSpPr>
        <p:spPr>
          <a:xfrm>
            <a:off x="541271" y="28461467"/>
            <a:ext cx="14122518" cy="2548390"/>
          </a:xfrm>
          <a:prstGeom prst="rect">
            <a:avLst/>
          </a:prstGeom>
        </p:spPr>
        <p:txBody>
          <a:bodyPr wrap="square">
            <a:spAutoFit/>
          </a:bodyPr>
          <a:lstStyle/>
          <a:p>
            <a:r>
              <a:rPr lang="en-GB" sz="4000" b="1" dirty="0"/>
              <a:t>Learning Development: </a:t>
            </a:r>
            <a:r>
              <a:rPr lang="en-GB" sz="4000" b="1" dirty="0">
                <a:hlinkClick r:id="rId10"/>
              </a:rPr>
              <a:t>http://bit.ly/2LR0zJL</a:t>
            </a:r>
            <a:r>
              <a:rPr lang="en-GB" sz="4000" b="1" dirty="0"/>
              <a:t> </a:t>
            </a:r>
          </a:p>
          <a:p>
            <a:r>
              <a:rPr lang="en-GB" sz="4000" b="1" dirty="0"/>
              <a:t>Faculty of Science and Engineering: </a:t>
            </a:r>
            <a:r>
              <a:rPr lang="en-GB" sz="4000" b="1" dirty="0">
                <a:hlinkClick r:id="rId11"/>
              </a:rPr>
              <a:t>http://bit.ly/2sQFTcc</a:t>
            </a:r>
            <a:endParaRPr lang="en-GB" sz="4000" b="1" dirty="0"/>
          </a:p>
          <a:p>
            <a:endParaRPr lang="en-GB" sz="3980" b="1" dirty="0"/>
          </a:p>
          <a:p>
            <a:r>
              <a:rPr lang="en-GB" sz="3980" b="1" dirty="0"/>
              <a:t> </a:t>
            </a:r>
          </a:p>
        </p:txBody>
      </p:sp>
      <p:sp>
        <p:nvSpPr>
          <p:cNvPr id="2" name="TextBox 1"/>
          <p:cNvSpPr txBox="1"/>
          <p:nvPr/>
        </p:nvSpPr>
        <p:spPr>
          <a:xfrm>
            <a:off x="11176639" y="4447141"/>
            <a:ext cx="9945530" cy="830997"/>
          </a:xfrm>
          <a:prstGeom prst="rect">
            <a:avLst/>
          </a:prstGeom>
          <a:noFill/>
        </p:spPr>
        <p:txBody>
          <a:bodyPr wrap="square" rtlCol="0" anchor="t">
            <a:spAutoFit/>
          </a:bodyPr>
          <a:lstStyle/>
          <a:p>
            <a:pPr marL="571500" indent="-571500">
              <a:buFont typeface="+mj-lt"/>
              <a:buAutoNum type="romanLcPeriod"/>
            </a:pPr>
            <a:r>
              <a:rPr lang="en-GB" sz="2400" dirty="0"/>
              <a:t>Learning Development, University of Plymouth, Devon, UK</a:t>
            </a:r>
          </a:p>
          <a:p>
            <a:pPr marL="571500" indent="-571500">
              <a:buFont typeface="+mj-lt"/>
              <a:buAutoNum type="romanLcPeriod"/>
            </a:pPr>
            <a:r>
              <a:rPr lang="en-GB" sz="2400" dirty="0"/>
              <a:t>Faculty of Science and Engineering, University of Plymouth, Devon, UK</a:t>
            </a:r>
          </a:p>
        </p:txBody>
      </p:sp>
      <p:grpSp>
        <p:nvGrpSpPr>
          <p:cNvPr id="25" name="Group 24"/>
          <p:cNvGrpSpPr/>
          <p:nvPr/>
        </p:nvGrpSpPr>
        <p:grpSpPr>
          <a:xfrm>
            <a:off x="276168" y="7656228"/>
            <a:ext cx="20846000" cy="3307295"/>
            <a:chOff x="264803" y="8271606"/>
            <a:chExt cx="20903740" cy="1964827"/>
          </a:xfrm>
        </p:grpSpPr>
        <p:sp>
          <p:nvSpPr>
            <p:cNvPr id="105" name="Rounded Rectangle 104"/>
            <p:cNvSpPr/>
            <p:nvPr/>
          </p:nvSpPr>
          <p:spPr>
            <a:xfrm>
              <a:off x="264803" y="8271606"/>
              <a:ext cx="20903740" cy="1964827"/>
            </a:xfrm>
            <a:prstGeom prst="roundRect">
              <a:avLst>
                <a:gd name="adj" fmla="val 8035"/>
              </a:avLst>
            </a:prstGeom>
            <a:solidFill>
              <a:srgbClr val="ECEEF0"/>
            </a:solidFill>
            <a:ln>
              <a:solidFill>
                <a:srgbClr val="ECEE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3" name="Rounded Rectangle 92"/>
            <p:cNvSpPr/>
            <p:nvPr/>
          </p:nvSpPr>
          <p:spPr>
            <a:xfrm>
              <a:off x="481426" y="8417613"/>
              <a:ext cx="20448849" cy="1675165"/>
            </a:xfrm>
            <a:prstGeom prst="roundRect">
              <a:avLst>
                <a:gd name="adj" fmla="val 765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99" name="TextBox 98"/>
            <p:cNvSpPr txBox="1"/>
            <p:nvPr/>
          </p:nvSpPr>
          <p:spPr>
            <a:xfrm>
              <a:off x="503951" y="8415674"/>
              <a:ext cx="2562586" cy="383978"/>
            </a:xfrm>
            <a:prstGeom prst="rect">
              <a:avLst/>
            </a:prstGeom>
            <a:noFill/>
          </p:spPr>
          <p:txBody>
            <a:bodyPr wrap="none" rtlCol="0">
              <a:spAutoFit/>
            </a:bodyPr>
            <a:lstStyle/>
            <a:p>
              <a:r>
                <a:rPr lang="en-GB" sz="3600" b="1" dirty="0"/>
                <a:t>Opportunity</a:t>
              </a:r>
            </a:p>
          </p:txBody>
        </p:sp>
        <p:sp>
          <p:nvSpPr>
            <p:cNvPr id="104" name="TextBox 103"/>
            <p:cNvSpPr txBox="1"/>
            <p:nvPr/>
          </p:nvSpPr>
          <p:spPr>
            <a:xfrm>
              <a:off x="2995810" y="8473864"/>
              <a:ext cx="18040745" cy="1590766"/>
            </a:xfrm>
            <a:prstGeom prst="rect">
              <a:avLst/>
            </a:prstGeom>
            <a:noFill/>
          </p:spPr>
          <p:txBody>
            <a:bodyPr wrap="square" rtlCol="0">
              <a:spAutoFit/>
            </a:bodyPr>
            <a:lstStyle/>
            <a:p>
              <a:r>
                <a:rPr lang="en-GB" sz="2800" dirty="0"/>
                <a:t>The Plymouth Student Scientist e-journal (a University of Plymouth, in-house journal) allows some students who obtain a first class in their project a fast track means to publish their work in an online globally accessible journal. Not only do students have the opportunity to present their work more widely, but they also get to see what it is like to publish articles, thus experiencing core elements of the editorial process. They are then better equipped to publish within other journals in the future. Many researchers are already aware that sharing research can lead to enhanced professional profiles and even collaborate with other institutions, which has already happened for some students publishing in this journal. </a:t>
              </a:r>
            </a:p>
          </p:txBody>
        </p:sp>
      </p:grpSp>
      <p:grpSp>
        <p:nvGrpSpPr>
          <p:cNvPr id="26" name="Group 25"/>
          <p:cNvGrpSpPr/>
          <p:nvPr/>
        </p:nvGrpSpPr>
        <p:grpSpPr>
          <a:xfrm>
            <a:off x="13355209" y="11144912"/>
            <a:ext cx="7766960" cy="13858175"/>
            <a:chOff x="10573206" y="9920731"/>
            <a:chExt cx="10582003" cy="7785502"/>
          </a:xfrm>
        </p:grpSpPr>
        <p:grpSp>
          <p:nvGrpSpPr>
            <p:cNvPr id="22" name="Group 21"/>
            <p:cNvGrpSpPr/>
            <p:nvPr/>
          </p:nvGrpSpPr>
          <p:grpSpPr>
            <a:xfrm>
              <a:off x="10573206" y="9920731"/>
              <a:ext cx="10582003" cy="7785502"/>
              <a:chOff x="10409291" y="12084752"/>
              <a:chExt cx="21206624" cy="7785502"/>
            </a:xfrm>
          </p:grpSpPr>
          <p:sp>
            <p:nvSpPr>
              <p:cNvPr id="83" name="Rounded Rectangle 82"/>
              <p:cNvSpPr/>
              <p:nvPr/>
            </p:nvSpPr>
            <p:spPr>
              <a:xfrm>
                <a:off x="10409291" y="12084752"/>
                <a:ext cx="21206624" cy="7785502"/>
              </a:xfrm>
              <a:prstGeom prst="roundRect">
                <a:avLst>
                  <a:gd name="adj" fmla="val 3087"/>
                </a:avLst>
              </a:prstGeom>
              <a:solidFill>
                <a:srgbClr val="ECEEF0"/>
              </a:solidFill>
              <a:ln>
                <a:solidFill>
                  <a:srgbClr val="ECEE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4" name="Rounded Rectangle 83"/>
              <p:cNvSpPr/>
              <p:nvPr/>
            </p:nvSpPr>
            <p:spPr>
              <a:xfrm>
                <a:off x="11058440" y="12249886"/>
                <a:ext cx="19908710" cy="7480189"/>
              </a:xfrm>
              <a:prstGeom prst="roundRect">
                <a:avLst>
                  <a:gd name="adj" fmla="val 244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5" name="TextBox 84"/>
              <p:cNvSpPr txBox="1"/>
              <p:nvPr/>
            </p:nvSpPr>
            <p:spPr>
              <a:xfrm>
                <a:off x="11340834" y="12267004"/>
                <a:ext cx="15869157" cy="363108"/>
              </a:xfrm>
              <a:prstGeom prst="rect">
                <a:avLst/>
              </a:prstGeom>
              <a:noFill/>
            </p:spPr>
            <p:txBody>
              <a:bodyPr wrap="none" rtlCol="0">
                <a:spAutoFit/>
              </a:bodyPr>
              <a:lstStyle/>
              <a:p>
                <a:r>
                  <a:rPr lang="en-GB" sz="3600" b="1" dirty="0"/>
                  <a:t>Benefits to students and staff</a:t>
                </a:r>
              </a:p>
            </p:txBody>
          </p:sp>
        </p:grpSp>
        <p:sp>
          <p:nvSpPr>
            <p:cNvPr id="107" name="Rectangle 106"/>
            <p:cNvSpPr/>
            <p:nvPr/>
          </p:nvSpPr>
          <p:spPr>
            <a:xfrm>
              <a:off x="11007416" y="10487656"/>
              <a:ext cx="9695095" cy="7011985"/>
            </a:xfrm>
            <a:prstGeom prst="rect">
              <a:avLst/>
            </a:prstGeom>
          </p:spPr>
          <p:txBody>
            <a:bodyPr wrap="square">
              <a:spAutoFit/>
            </a:bodyPr>
            <a:lstStyle/>
            <a:p>
              <a:pPr marL="457200" indent="-457200">
                <a:buFont typeface="Arial" panose="020B0604020202020204" pitchFamily="34" charset="0"/>
                <a:buChar char="•"/>
              </a:pPr>
              <a:r>
                <a:rPr lang="en-GB" sz="2800" dirty="0"/>
                <a:t>Research indicates that undergraduate students who share their research experiences and practices with peers helps others starting their own research projects (Stanford </a:t>
              </a:r>
              <a:r>
                <a:rPr lang="en-GB" sz="2800" i="1" dirty="0"/>
                <a:t>et al</a:t>
              </a:r>
              <a:r>
                <a:rPr lang="en-GB" sz="2800" dirty="0"/>
                <a:t>., 2017; </a:t>
              </a:r>
              <a:r>
                <a:rPr lang="en-GB" sz="2800" dirty="0" err="1"/>
                <a:t>Zimbardi</a:t>
              </a:r>
              <a:r>
                <a:rPr lang="en-GB" sz="2800" dirty="0"/>
                <a:t> &amp; Myatt, 2014), this journal can help in this respect.</a:t>
              </a:r>
            </a:p>
            <a:p>
              <a:pPr marL="457200" indent="-457200">
                <a:buFont typeface="Arial" panose="020B0604020202020204" pitchFamily="34" charset="0"/>
                <a:buChar char="•"/>
              </a:pPr>
              <a:r>
                <a:rPr lang="en-GB" sz="2800" dirty="0"/>
                <a:t>Project supervisors get a mention in the acknowledgments.</a:t>
              </a:r>
            </a:p>
            <a:p>
              <a:pPr marL="457200" indent="-457200">
                <a:buFont typeface="Arial" panose="020B0604020202020204" pitchFamily="34" charset="0"/>
                <a:buChar char="•"/>
              </a:pPr>
              <a:r>
                <a:rPr lang="en-GB" sz="2800" dirty="0"/>
                <a:t>It showcases best practice in disciplines.</a:t>
              </a:r>
            </a:p>
            <a:p>
              <a:pPr marL="457200" indent="-457200">
                <a:buFont typeface="Arial" panose="020B0604020202020204" pitchFamily="34" charset="0"/>
                <a:buChar char="•"/>
              </a:pPr>
              <a:r>
                <a:rPr lang="en-GB" sz="2800" dirty="0"/>
                <a:t>It encourages dialogue on research practices and approach, which can then be taken into postgraduate research or perhaps industry.</a:t>
              </a:r>
            </a:p>
            <a:p>
              <a:pPr marL="457200" indent="-457200">
                <a:buFont typeface="Arial" panose="020B0604020202020204" pitchFamily="34" charset="0"/>
                <a:buChar char="•"/>
              </a:pPr>
              <a:r>
                <a:rPr lang="en-GB" sz="2800" dirty="0"/>
                <a:t>Students are incredibly excited when they are offered an opportunity to publish, a ‘valued welcome reward’ for their efforts (Gresty &amp; Edwards-Jones, 2012).</a:t>
              </a:r>
            </a:p>
            <a:p>
              <a:pPr marL="457200" indent="-457200">
                <a:buFont typeface="Arial" panose="020B0604020202020204" pitchFamily="34" charset="0"/>
                <a:buChar char="•"/>
              </a:pPr>
              <a:r>
                <a:rPr lang="en-GB" sz="2800" dirty="0"/>
                <a:t>Helps sets goals for those wishing to push that 2:1 average a little further.</a:t>
              </a:r>
            </a:p>
            <a:p>
              <a:pPr marL="457200" indent="-457200">
                <a:buFont typeface="Arial" panose="020B0604020202020204" pitchFamily="34" charset="0"/>
                <a:buChar char="•"/>
              </a:pPr>
              <a:r>
                <a:rPr lang="en-GB" sz="2800" dirty="0"/>
                <a:t>Many would agree that the perceived ‘quality of research’ can vary depending on who you speak with in academia, however, students possessing the ability to apply themselves critically is something everyone agrees (Brew &amp; </a:t>
              </a:r>
              <a:r>
                <a:rPr lang="en-GB" sz="2800" dirty="0" err="1"/>
                <a:t>Mantai</a:t>
              </a:r>
              <a:r>
                <a:rPr lang="en-GB" sz="2800" dirty="0"/>
                <a:t>, 2017). This is where Learning Development can help. We can provide bespoke sessions that target specific academic skills, prior to starting their research projects, or even during.</a:t>
              </a:r>
            </a:p>
            <a:p>
              <a:endParaRPr lang="en-GB" sz="2800" dirty="0"/>
            </a:p>
          </p:txBody>
        </p:sp>
      </p:grpSp>
      <p:sp>
        <p:nvSpPr>
          <p:cNvPr id="23" name="TextBox 22"/>
          <p:cNvSpPr txBox="1"/>
          <p:nvPr/>
        </p:nvSpPr>
        <p:spPr>
          <a:xfrm>
            <a:off x="416677" y="18221473"/>
            <a:ext cx="12196932" cy="523220"/>
          </a:xfrm>
          <a:prstGeom prst="rect">
            <a:avLst/>
          </a:prstGeom>
          <a:noFill/>
        </p:spPr>
        <p:txBody>
          <a:bodyPr wrap="square" rtlCol="0">
            <a:spAutoFit/>
          </a:bodyPr>
          <a:lstStyle/>
          <a:p>
            <a:pPr algn="ctr"/>
            <a:r>
              <a:rPr lang="en-GB" sz="2800" b="1" dirty="0"/>
              <a:t>Figure 1</a:t>
            </a:r>
            <a:r>
              <a:rPr lang="en-GB" sz="2800" dirty="0"/>
              <a:t>: Five steps to publishing: The Plymouth Student Scientist </a:t>
            </a:r>
            <a:r>
              <a:rPr lang="en-GB" sz="2800" dirty="0" err="1"/>
              <a:t>eJournal</a:t>
            </a:r>
            <a:endParaRPr lang="en-GB" sz="2400" dirty="0"/>
          </a:p>
        </p:txBody>
      </p:sp>
      <p:grpSp>
        <p:nvGrpSpPr>
          <p:cNvPr id="117" name="Group 116"/>
          <p:cNvGrpSpPr/>
          <p:nvPr/>
        </p:nvGrpSpPr>
        <p:grpSpPr>
          <a:xfrm>
            <a:off x="276168" y="5529418"/>
            <a:ext cx="20846000" cy="1950514"/>
            <a:chOff x="264803" y="6086931"/>
            <a:chExt cx="20853285" cy="1877037"/>
          </a:xfrm>
        </p:grpSpPr>
        <p:sp>
          <p:nvSpPr>
            <p:cNvPr id="118" name="Rounded Rectangle 117"/>
            <p:cNvSpPr/>
            <p:nvPr/>
          </p:nvSpPr>
          <p:spPr>
            <a:xfrm>
              <a:off x="264803" y="6086931"/>
              <a:ext cx="20853285" cy="1877037"/>
            </a:xfrm>
            <a:prstGeom prst="roundRect">
              <a:avLst>
                <a:gd name="adj" fmla="val 9993"/>
              </a:avLst>
            </a:prstGeom>
            <a:solidFill>
              <a:srgbClr val="ECEEF0"/>
            </a:solidFill>
            <a:ln>
              <a:solidFill>
                <a:srgbClr val="ECEE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9" name="Rounded Rectangle 118"/>
            <p:cNvSpPr/>
            <p:nvPr/>
          </p:nvSpPr>
          <p:spPr>
            <a:xfrm>
              <a:off x="522633" y="6338852"/>
              <a:ext cx="20357762" cy="1402094"/>
            </a:xfrm>
            <a:prstGeom prst="roundRect">
              <a:avLst>
                <a:gd name="adj" fmla="val 9967"/>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20" name="TextBox 119"/>
            <p:cNvSpPr txBox="1"/>
            <p:nvPr/>
          </p:nvSpPr>
          <p:spPr>
            <a:xfrm>
              <a:off x="522633" y="6299852"/>
              <a:ext cx="1831590" cy="621983"/>
            </a:xfrm>
            <a:prstGeom prst="rect">
              <a:avLst/>
            </a:prstGeom>
            <a:noFill/>
          </p:spPr>
          <p:txBody>
            <a:bodyPr wrap="none" rtlCol="0">
              <a:spAutoFit/>
            </a:bodyPr>
            <a:lstStyle/>
            <a:p>
              <a:r>
                <a:rPr lang="en-GB" sz="3600" b="1" dirty="0"/>
                <a:t>Scenario</a:t>
              </a:r>
            </a:p>
          </p:txBody>
        </p:sp>
        <p:sp>
          <p:nvSpPr>
            <p:cNvPr id="121" name="Rectangle 120"/>
            <p:cNvSpPr/>
            <p:nvPr/>
          </p:nvSpPr>
          <p:spPr>
            <a:xfrm>
              <a:off x="2989218" y="6355950"/>
              <a:ext cx="17997200" cy="1332822"/>
            </a:xfrm>
            <a:prstGeom prst="rect">
              <a:avLst/>
            </a:prstGeom>
          </p:spPr>
          <p:txBody>
            <a:bodyPr wrap="square">
              <a:spAutoFit/>
            </a:bodyPr>
            <a:lstStyle/>
            <a:p>
              <a:r>
                <a:rPr lang="en-GB" sz="2800" dirty="0"/>
                <a:t>Undergraduate students in their final year of either a science, technology, engineering or mathematics (STEM) subjects often leave university without ever publishing their research.  Sadly, this is often due to the swift transition from university to employment, resulting in good research sitting on shelves rather than with the wider research community. </a:t>
              </a:r>
            </a:p>
          </p:txBody>
        </p:sp>
      </p:grpSp>
      <p:pic>
        <p:nvPicPr>
          <p:cNvPr id="10" name="Picture 9"/>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15613285" y="28605483"/>
            <a:ext cx="5163323" cy="1066802"/>
          </a:xfrm>
          <a:prstGeom prst="rect">
            <a:avLst/>
          </a:prstGeom>
        </p:spPr>
      </p:pic>
      <p:grpSp>
        <p:nvGrpSpPr>
          <p:cNvPr id="57" name="Group 56"/>
          <p:cNvGrpSpPr/>
          <p:nvPr/>
        </p:nvGrpSpPr>
        <p:grpSpPr>
          <a:xfrm>
            <a:off x="276171" y="25152939"/>
            <a:ext cx="20845998" cy="2960634"/>
            <a:chOff x="264804" y="6097177"/>
            <a:chExt cx="20845998" cy="1792821"/>
          </a:xfrm>
        </p:grpSpPr>
        <p:sp>
          <p:nvSpPr>
            <p:cNvPr id="58" name="Rounded Rectangle 57"/>
            <p:cNvSpPr/>
            <p:nvPr/>
          </p:nvSpPr>
          <p:spPr>
            <a:xfrm>
              <a:off x="264804" y="6097177"/>
              <a:ext cx="20845998" cy="1792821"/>
            </a:xfrm>
            <a:prstGeom prst="roundRect">
              <a:avLst>
                <a:gd name="adj" fmla="val 4784"/>
              </a:avLst>
            </a:prstGeom>
            <a:solidFill>
              <a:srgbClr val="ECEEF0"/>
            </a:solidFill>
            <a:ln>
              <a:solidFill>
                <a:srgbClr val="ECEE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9" name="Rounded Rectangle 58"/>
            <p:cNvSpPr/>
            <p:nvPr/>
          </p:nvSpPr>
          <p:spPr>
            <a:xfrm>
              <a:off x="480826" y="6243691"/>
              <a:ext cx="20392365" cy="1485037"/>
            </a:xfrm>
            <a:prstGeom prst="roundRect">
              <a:avLst>
                <a:gd name="adj" fmla="val 4002"/>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0" name="TextBox 59"/>
            <p:cNvSpPr txBox="1"/>
            <p:nvPr/>
          </p:nvSpPr>
          <p:spPr>
            <a:xfrm>
              <a:off x="506307" y="6225666"/>
              <a:ext cx="2242024" cy="329907"/>
            </a:xfrm>
            <a:prstGeom prst="rect">
              <a:avLst/>
            </a:prstGeom>
            <a:noFill/>
          </p:spPr>
          <p:txBody>
            <a:bodyPr wrap="none" rtlCol="0">
              <a:spAutoFit/>
            </a:bodyPr>
            <a:lstStyle/>
            <a:p>
              <a:r>
                <a:rPr lang="en-GB" sz="3600" dirty="0"/>
                <a:t>References</a:t>
              </a:r>
            </a:p>
          </p:txBody>
        </p:sp>
        <p:sp>
          <p:nvSpPr>
            <p:cNvPr id="61" name="Rectangle 60"/>
            <p:cNvSpPr/>
            <p:nvPr/>
          </p:nvSpPr>
          <p:spPr>
            <a:xfrm>
              <a:off x="528115" y="6547618"/>
              <a:ext cx="20267143" cy="1313944"/>
            </a:xfrm>
            <a:prstGeom prst="rect">
              <a:avLst/>
            </a:prstGeom>
          </p:spPr>
          <p:txBody>
            <a:bodyPr wrap="square">
              <a:spAutoFit/>
            </a:bodyPr>
            <a:lstStyle/>
            <a:p>
              <a:r>
                <a:rPr lang="en-GB" sz="1600" dirty="0"/>
                <a:t>Brew, A. &amp; </a:t>
              </a:r>
              <a:r>
                <a:rPr lang="en-GB" sz="1600" dirty="0" err="1"/>
                <a:t>Mantai</a:t>
              </a:r>
              <a:r>
                <a:rPr lang="en-GB" sz="1600" dirty="0"/>
                <a:t>, L. (2017) 'Academics’ perceptions of the challenges and barriers to implementing research-based experiences for undergraduates'. </a:t>
              </a:r>
              <a:r>
                <a:rPr lang="en-GB" sz="1600" i="1" dirty="0"/>
                <a:t>Teaching in Higher Education</a:t>
              </a:r>
              <a:r>
                <a:rPr lang="en-GB" sz="1600" dirty="0"/>
                <a:t>, 22 (5), pp. 551-568.</a:t>
              </a:r>
            </a:p>
            <a:p>
              <a:endParaRPr lang="en-GB" sz="1100" dirty="0"/>
            </a:p>
            <a:p>
              <a:r>
                <a:rPr lang="en-GB" sz="1600" dirty="0"/>
                <a:t>Gresty, K. A. &amp; Edwards‐Jones, A. (2012) 'Experiencing research‐informed teaching from the student perspective: Insights from developing an undergraduate e‐journal'. </a:t>
              </a:r>
              <a:r>
                <a:rPr lang="en-GB" sz="1600" i="1" dirty="0"/>
                <a:t>British Journal of Educational Technology</a:t>
              </a:r>
              <a:r>
                <a:rPr lang="en-GB" sz="1600" dirty="0"/>
                <a:t>, 43 (1), pp. 153-162.</a:t>
              </a:r>
            </a:p>
            <a:p>
              <a:endParaRPr lang="en-GB" sz="1100" dirty="0"/>
            </a:p>
            <a:p>
              <a:r>
                <a:rPr lang="en-GB" sz="1600" dirty="0"/>
                <a:t>Stanford, J. S., </a:t>
              </a:r>
              <a:r>
                <a:rPr lang="en-GB" sz="1600" dirty="0" err="1"/>
                <a:t>Rocheleau</a:t>
              </a:r>
              <a:r>
                <a:rPr lang="en-GB" sz="1600" dirty="0"/>
                <a:t>, S. E., Smith, K. P. W. &amp; Mohan, J. (2017) 'Early undergraduate research experiences lead to similar learning gains for STEM and Non-STEM undergraduates'. </a:t>
              </a:r>
              <a:r>
                <a:rPr lang="en-GB" sz="1600" i="1" dirty="0"/>
                <a:t>Studies in Higher Education</a:t>
              </a:r>
              <a:r>
                <a:rPr lang="en-GB" sz="1600" dirty="0"/>
                <a:t>, 42 (1), pp. 115-129.</a:t>
              </a:r>
            </a:p>
            <a:p>
              <a:endParaRPr lang="en-GB" sz="1600" dirty="0"/>
            </a:p>
            <a:p>
              <a:r>
                <a:rPr lang="en-GB" sz="1600" dirty="0" err="1"/>
                <a:t>Zimbardi</a:t>
              </a:r>
              <a:r>
                <a:rPr lang="en-GB" sz="1600" dirty="0"/>
                <a:t>, K. &amp; Myatt, P. (2014) 'Embedding undergraduate research experiences within the curriculum: a cross-disciplinary study of the key characteristics guiding implementation'. </a:t>
              </a:r>
              <a:r>
                <a:rPr lang="en-GB" sz="1600" i="1" dirty="0"/>
                <a:t>Studies in Higher Education</a:t>
              </a:r>
              <a:r>
                <a:rPr lang="en-GB" sz="1600" dirty="0"/>
                <a:t>, 39 (2), pp. 233-250.</a:t>
              </a:r>
            </a:p>
            <a:p>
              <a:endParaRPr lang="en-GB" sz="2800" dirty="0"/>
            </a:p>
          </p:txBody>
        </p:sp>
      </p:grpSp>
      <p:grpSp>
        <p:nvGrpSpPr>
          <p:cNvPr id="98" name="Group 97"/>
          <p:cNvGrpSpPr/>
          <p:nvPr/>
        </p:nvGrpSpPr>
        <p:grpSpPr>
          <a:xfrm>
            <a:off x="271289" y="18773788"/>
            <a:ext cx="12984641" cy="6235877"/>
            <a:chOff x="256948" y="6100839"/>
            <a:chExt cx="20895676" cy="1876555"/>
          </a:xfrm>
        </p:grpSpPr>
        <p:sp>
          <p:nvSpPr>
            <p:cNvPr id="100" name="Rounded Rectangle 99"/>
            <p:cNvSpPr/>
            <p:nvPr/>
          </p:nvSpPr>
          <p:spPr>
            <a:xfrm>
              <a:off x="264803" y="6100839"/>
              <a:ext cx="20887821" cy="1876555"/>
            </a:xfrm>
            <a:prstGeom prst="roundRect">
              <a:avLst>
                <a:gd name="adj" fmla="val 4784"/>
              </a:avLst>
            </a:prstGeom>
            <a:solidFill>
              <a:srgbClr val="ECEEF0"/>
            </a:solidFill>
            <a:ln>
              <a:solidFill>
                <a:srgbClr val="ECEE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1" name="Rounded Rectangle 100"/>
            <p:cNvSpPr/>
            <p:nvPr/>
          </p:nvSpPr>
          <p:spPr>
            <a:xfrm>
              <a:off x="612439" y="6165977"/>
              <a:ext cx="20181024" cy="1739726"/>
            </a:xfrm>
            <a:prstGeom prst="roundRect">
              <a:avLst>
                <a:gd name="adj" fmla="val 244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03" name="Rectangle 102"/>
            <p:cNvSpPr/>
            <p:nvPr/>
          </p:nvSpPr>
          <p:spPr>
            <a:xfrm>
              <a:off x="256948" y="6323454"/>
              <a:ext cx="20232355" cy="805784"/>
            </a:xfrm>
            <a:prstGeom prst="rect">
              <a:avLst/>
            </a:prstGeom>
          </p:spPr>
          <p:txBody>
            <a:bodyPr wrap="square">
              <a:spAutoFit/>
            </a:bodyPr>
            <a:lstStyle/>
            <a:p>
              <a:pPr marL="265112"/>
              <a:r>
                <a:rPr lang="en-GB" sz="2800" dirty="0"/>
                <a:t>There are five simple steps to publishing in this journal (Figure 1), all with the view of reducing the amount of work for busy project supervisors. Although (2) student consent is required before we can publish, it is for supervisor/s and project student to decide whether the original report is submitted as is, or whether further revisions are made, taking into account marker comments.  Other than that, we only require some basic formatting and the article is then published.</a:t>
              </a:r>
            </a:p>
          </p:txBody>
        </p:sp>
      </p:grpSp>
      <p:grpSp>
        <p:nvGrpSpPr>
          <p:cNvPr id="6" name="Group 5"/>
          <p:cNvGrpSpPr/>
          <p:nvPr/>
        </p:nvGrpSpPr>
        <p:grpSpPr>
          <a:xfrm>
            <a:off x="10690493" y="11184357"/>
            <a:ext cx="2543792" cy="1836848"/>
            <a:chOff x="16833364" y="13487980"/>
            <a:chExt cx="2952328" cy="2222015"/>
          </a:xfrm>
          <a:effectLst/>
        </p:grpSpPr>
        <p:sp>
          <p:nvSpPr>
            <p:cNvPr id="68" name="laptop"/>
            <p:cNvSpPr>
              <a:spLocks noEditPoints="1" noChangeArrowheads="1"/>
            </p:cNvSpPr>
            <p:nvPr/>
          </p:nvSpPr>
          <p:spPr bwMode="auto">
            <a:xfrm>
              <a:off x="16833364" y="13487980"/>
              <a:ext cx="2952328" cy="2222015"/>
            </a:xfrm>
            <a:custGeom>
              <a:avLst/>
              <a:gdLst>
                <a:gd name="T0" fmla="*/ 3362 w 21600"/>
                <a:gd name="T1" fmla="*/ 0 h 21600"/>
                <a:gd name="T2" fmla="*/ 3362 w 21600"/>
                <a:gd name="T3" fmla="*/ 7173 h 21600"/>
                <a:gd name="T4" fmla="*/ 18327 w 21600"/>
                <a:gd name="T5" fmla="*/ 0 h 21600"/>
                <a:gd name="T6" fmla="*/ 18327 w 21600"/>
                <a:gd name="T7" fmla="*/ 7173 h 21600"/>
                <a:gd name="T8" fmla="*/ 10800 w 21600"/>
                <a:gd name="T9" fmla="*/ 0 h 21600"/>
                <a:gd name="T10" fmla="*/ 10800 w 21600"/>
                <a:gd name="T11" fmla="*/ 21600 h 21600"/>
                <a:gd name="T12" fmla="*/ 0 w 21600"/>
                <a:gd name="T13" fmla="*/ 21600 h 21600"/>
                <a:gd name="T14" fmla="*/ 21600 w 21600"/>
                <a:gd name="T15" fmla="*/ 21600 h 21600"/>
                <a:gd name="T16" fmla="*/ 4445 w 21600"/>
                <a:gd name="T17" fmla="*/ 1858 h 21600"/>
                <a:gd name="T18" fmla="*/ 17311 w 21600"/>
                <a:gd name="T19" fmla="*/ 12323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extrusionOk="0">
                  <a:moveTo>
                    <a:pt x="3362" y="0"/>
                  </a:moveTo>
                  <a:lnTo>
                    <a:pt x="18327" y="0"/>
                  </a:lnTo>
                  <a:lnTo>
                    <a:pt x="18327" y="14347"/>
                  </a:lnTo>
                  <a:lnTo>
                    <a:pt x="3362" y="14347"/>
                  </a:lnTo>
                  <a:lnTo>
                    <a:pt x="3362" y="0"/>
                  </a:lnTo>
                  <a:close/>
                </a:path>
                <a:path w="21600" h="21600" extrusionOk="0">
                  <a:moveTo>
                    <a:pt x="3340" y="15068"/>
                  </a:moveTo>
                  <a:lnTo>
                    <a:pt x="0" y="19877"/>
                  </a:lnTo>
                  <a:lnTo>
                    <a:pt x="21600" y="19877"/>
                  </a:lnTo>
                  <a:lnTo>
                    <a:pt x="18327" y="15068"/>
                  </a:lnTo>
                  <a:lnTo>
                    <a:pt x="3340" y="15068"/>
                  </a:lnTo>
                  <a:close/>
                </a:path>
                <a:path w="21600" h="21600" extrusionOk="0">
                  <a:moveTo>
                    <a:pt x="0" y="19877"/>
                  </a:moveTo>
                  <a:lnTo>
                    <a:pt x="0" y="21600"/>
                  </a:lnTo>
                  <a:lnTo>
                    <a:pt x="21600" y="21600"/>
                  </a:lnTo>
                  <a:lnTo>
                    <a:pt x="21600" y="19877"/>
                  </a:lnTo>
                  <a:lnTo>
                    <a:pt x="0" y="19877"/>
                  </a:lnTo>
                  <a:close/>
                </a:path>
                <a:path w="21600" h="21600" extrusionOk="0">
                  <a:moveTo>
                    <a:pt x="4186" y="1523"/>
                  </a:moveTo>
                  <a:lnTo>
                    <a:pt x="17547" y="1523"/>
                  </a:lnTo>
                  <a:lnTo>
                    <a:pt x="17547" y="12744"/>
                  </a:lnTo>
                  <a:lnTo>
                    <a:pt x="4186" y="12744"/>
                  </a:lnTo>
                  <a:lnTo>
                    <a:pt x="4186" y="1523"/>
                  </a:lnTo>
                  <a:close/>
                </a:path>
                <a:path w="21600" h="21600" extrusionOk="0">
                  <a:moveTo>
                    <a:pt x="3318" y="15549"/>
                  </a:moveTo>
                  <a:lnTo>
                    <a:pt x="2917" y="16110"/>
                  </a:lnTo>
                  <a:lnTo>
                    <a:pt x="18727" y="16110"/>
                  </a:lnTo>
                  <a:lnTo>
                    <a:pt x="18327" y="15549"/>
                  </a:lnTo>
                  <a:lnTo>
                    <a:pt x="3318" y="15549"/>
                  </a:lnTo>
                  <a:close/>
                </a:path>
                <a:path w="21600" h="21600" extrusionOk="0">
                  <a:moveTo>
                    <a:pt x="6213" y="18314"/>
                  </a:moveTo>
                  <a:lnTo>
                    <a:pt x="5946" y="18875"/>
                  </a:lnTo>
                  <a:lnTo>
                    <a:pt x="15766" y="18875"/>
                  </a:lnTo>
                  <a:lnTo>
                    <a:pt x="15499" y="18314"/>
                  </a:lnTo>
                  <a:lnTo>
                    <a:pt x="6213" y="18314"/>
                  </a:lnTo>
                  <a:close/>
                </a:path>
                <a:path w="21600" h="21600" extrusionOk="0">
                  <a:moveTo>
                    <a:pt x="2828" y="16471"/>
                  </a:moveTo>
                  <a:lnTo>
                    <a:pt x="2405" y="17072"/>
                  </a:lnTo>
                  <a:lnTo>
                    <a:pt x="19284" y="17072"/>
                  </a:lnTo>
                  <a:lnTo>
                    <a:pt x="18839" y="16471"/>
                  </a:lnTo>
                  <a:lnTo>
                    <a:pt x="2828" y="16471"/>
                  </a:lnTo>
                  <a:close/>
                </a:path>
                <a:path w="21600" h="21600" extrusionOk="0">
                  <a:moveTo>
                    <a:pt x="2316" y="17352"/>
                  </a:moveTo>
                  <a:lnTo>
                    <a:pt x="1871" y="17953"/>
                  </a:lnTo>
                  <a:lnTo>
                    <a:pt x="19863" y="17953"/>
                  </a:lnTo>
                  <a:lnTo>
                    <a:pt x="19395" y="17352"/>
                  </a:lnTo>
                  <a:lnTo>
                    <a:pt x="2316" y="17352"/>
                  </a:lnTo>
                  <a:close/>
                </a:path>
              </a:pathLst>
            </a:custGeom>
            <a:solidFill>
              <a:schemeClr val="bg1"/>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en-GB"/>
            </a:p>
          </p:txBody>
        </p:sp>
        <p:pic>
          <p:nvPicPr>
            <p:cNvPr id="80" name="Picture 79"/>
            <p:cNvPicPr>
              <a:picLocks noChangeAspect="1"/>
            </p:cNvPicPr>
            <p:nvPr/>
          </p:nvPicPr>
          <p:blipFill rotWithShape="1">
            <a:blip r:embed="rId13">
              <a:extLst>
                <a:ext uri="{28A0092B-C50C-407E-A947-70E740481C1C}">
                  <a14:useLocalDpi xmlns:a14="http://schemas.microsoft.com/office/drawing/2010/main" val="0"/>
                </a:ext>
              </a:extLst>
            </a:blip>
            <a:srcRect t="-7" b="51715"/>
            <a:stretch/>
          </p:blipFill>
          <p:spPr>
            <a:xfrm>
              <a:off x="17418384" y="13637599"/>
              <a:ext cx="1814830" cy="1100916"/>
            </a:xfrm>
            <a:prstGeom prst="rect">
              <a:avLst/>
            </a:prstGeom>
          </p:spPr>
        </p:pic>
        <p:grpSp>
          <p:nvGrpSpPr>
            <p:cNvPr id="5" name="Group 4"/>
            <p:cNvGrpSpPr/>
            <p:nvPr/>
          </p:nvGrpSpPr>
          <p:grpSpPr>
            <a:xfrm>
              <a:off x="18776607" y="13841170"/>
              <a:ext cx="913213" cy="1550604"/>
              <a:chOff x="19898209" y="13558911"/>
              <a:chExt cx="913213" cy="1550604"/>
            </a:xfrm>
          </p:grpSpPr>
          <p:grpSp>
            <p:nvGrpSpPr>
              <p:cNvPr id="69" name="Group 68"/>
              <p:cNvGrpSpPr/>
              <p:nvPr/>
            </p:nvGrpSpPr>
            <p:grpSpPr>
              <a:xfrm rot="593497">
                <a:off x="19898209" y="13558911"/>
                <a:ext cx="913213" cy="1550604"/>
                <a:chOff x="13429704" y="8487210"/>
                <a:chExt cx="1224136" cy="2078541"/>
              </a:xfrm>
            </p:grpSpPr>
            <p:sp>
              <p:nvSpPr>
                <p:cNvPr id="70" name="Rounded Rectangle 69"/>
                <p:cNvSpPr/>
                <p:nvPr/>
              </p:nvSpPr>
              <p:spPr>
                <a:xfrm>
                  <a:off x="13429704" y="8487210"/>
                  <a:ext cx="1224136" cy="2078541"/>
                </a:xfrm>
                <a:prstGeom prst="roundRect">
                  <a:avLst/>
                </a:prstGeom>
                <a:ln w="9525"/>
              </p:spPr>
              <p:style>
                <a:lnRef idx="2">
                  <a:schemeClr val="dk1"/>
                </a:lnRef>
                <a:fillRef idx="1">
                  <a:schemeClr val="lt1"/>
                </a:fillRef>
                <a:effectRef idx="0">
                  <a:schemeClr val="dk1"/>
                </a:effectRef>
                <a:fontRef idx="minor">
                  <a:schemeClr val="dk1"/>
                </a:fontRef>
              </p:style>
              <p:txBody>
                <a:bodyPr rtlCol="0" anchor="ctr"/>
                <a:lstStyle/>
                <a:p>
                  <a:pPr algn="ctr"/>
                  <a:endParaRPr lang="en-GB"/>
                </a:p>
              </p:txBody>
            </p:sp>
            <p:sp>
              <p:nvSpPr>
                <p:cNvPr id="71" name="Rectangle 70"/>
                <p:cNvSpPr/>
                <p:nvPr/>
              </p:nvSpPr>
              <p:spPr>
                <a:xfrm>
                  <a:off x="13550860" y="8659267"/>
                  <a:ext cx="972561" cy="1644283"/>
                </a:xfrm>
                <a:prstGeom prst="rect">
                  <a:avLst/>
                </a:prstGeom>
                <a:ln w="9525"/>
              </p:spPr>
              <p:style>
                <a:lnRef idx="2">
                  <a:schemeClr val="dk1"/>
                </a:lnRef>
                <a:fillRef idx="1">
                  <a:schemeClr val="lt1"/>
                </a:fillRef>
                <a:effectRef idx="0">
                  <a:schemeClr val="dk1"/>
                </a:effectRef>
                <a:fontRef idx="minor">
                  <a:schemeClr val="dk1"/>
                </a:fontRef>
              </p:style>
              <p:txBody>
                <a:bodyPr rtlCol="0" anchor="ctr"/>
                <a:lstStyle/>
                <a:p>
                  <a:pPr algn="ctr"/>
                  <a:endParaRPr lang="en-GB"/>
                </a:p>
              </p:txBody>
            </p:sp>
            <p:sp>
              <p:nvSpPr>
                <p:cNvPr id="74" name="Oval 73"/>
                <p:cNvSpPr/>
                <p:nvPr/>
              </p:nvSpPr>
              <p:spPr>
                <a:xfrm>
                  <a:off x="13942612" y="10347840"/>
                  <a:ext cx="167817" cy="177410"/>
                </a:xfrm>
                <a:prstGeom prst="ellipse">
                  <a:avLst/>
                </a:prstGeom>
                <a:ln w="9525"/>
              </p:spPr>
              <p:style>
                <a:lnRef idx="2">
                  <a:schemeClr val="dk1"/>
                </a:lnRef>
                <a:fillRef idx="1">
                  <a:schemeClr val="lt1"/>
                </a:fillRef>
                <a:effectRef idx="0">
                  <a:schemeClr val="dk1"/>
                </a:effectRef>
                <a:fontRef idx="minor">
                  <a:schemeClr val="dk1"/>
                </a:fontRef>
              </p:style>
              <p:txBody>
                <a:bodyPr rtlCol="0" anchor="ctr"/>
                <a:lstStyle/>
                <a:p>
                  <a:pPr algn="ctr"/>
                  <a:endParaRPr lang="en-GB"/>
                </a:p>
              </p:txBody>
            </p:sp>
            <p:sp>
              <p:nvSpPr>
                <p:cNvPr id="76" name="Rounded Rectangle 75"/>
                <p:cNvSpPr/>
                <p:nvPr/>
              </p:nvSpPr>
              <p:spPr>
                <a:xfrm>
                  <a:off x="14230644" y="10392192"/>
                  <a:ext cx="207172" cy="88705"/>
                </a:xfrm>
                <a:prstGeom prst="roundRect">
                  <a:avLst/>
                </a:prstGeom>
                <a:ln w="9525"/>
              </p:spPr>
              <p:style>
                <a:lnRef idx="2">
                  <a:schemeClr val="dk1"/>
                </a:lnRef>
                <a:fillRef idx="1">
                  <a:schemeClr val="lt1"/>
                </a:fillRef>
                <a:effectRef idx="0">
                  <a:schemeClr val="dk1"/>
                </a:effectRef>
                <a:fontRef idx="minor">
                  <a:schemeClr val="dk1"/>
                </a:fontRef>
              </p:style>
              <p:txBody>
                <a:bodyPr rtlCol="0" anchor="ctr"/>
                <a:lstStyle/>
                <a:p>
                  <a:pPr algn="ctr"/>
                  <a:endParaRPr lang="en-GB"/>
                </a:p>
              </p:txBody>
            </p:sp>
            <p:sp>
              <p:nvSpPr>
                <p:cNvPr id="78" name="Rounded Rectangle 77"/>
                <p:cNvSpPr/>
                <p:nvPr/>
              </p:nvSpPr>
              <p:spPr>
                <a:xfrm>
                  <a:off x="13629524" y="10392192"/>
                  <a:ext cx="207172" cy="88705"/>
                </a:xfrm>
                <a:prstGeom prst="roundRect">
                  <a:avLst/>
                </a:prstGeom>
                <a:ln w="9525"/>
              </p:spPr>
              <p:style>
                <a:lnRef idx="2">
                  <a:schemeClr val="dk1"/>
                </a:lnRef>
                <a:fillRef idx="1">
                  <a:schemeClr val="lt1"/>
                </a:fillRef>
                <a:effectRef idx="0">
                  <a:schemeClr val="dk1"/>
                </a:effectRef>
                <a:fontRef idx="minor">
                  <a:schemeClr val="dk1"/>
                </a:fontRef>
              </p:style>
              <p:txBody>
                <a:bodyPr rtlCol="0" anchor="ctr"/>
                <a:lstStyle/>
                <a:p>
                  <a:pPr algn="ctr"/>
                  <a:endParaRPr lang="en-GB"/>
                </a:p>
              </p:txBody>
            </p:sp>
          </p:grpSp>
          <p:pic>
            <p:nvPicPr>
              <p:cNvPr id="81" name="Picture 80"/>
              <p:cNvPicPr>
                <a:picLocks noChangeAspect="1"/>
              </p:cNvPicPr>
              <p:nvPr/>
            </p:nvPicPr>
            <p:blipFill rotWithShape="1">
              <a:blip r:embed="rId13">
                <a:extLst>
                  <a:ext uri="{28A0092B-C50C-407E-A947-70E740481C1C}">
                    <a14:useLocalDpi xmlns:a14="http://schemas.microsoft.com/office/drawing/2010/main" val="0"/>
                  </a:ext>
                </a:extLst>
              </a:blip>
              <a:srcRect t="-6" r="2801" b="513"/>
              <a:stretch/>
            </p:blipFill>
            <p:spPr>
              <a:xfrm rot="640616">
                <a:off x="20045771" y="13736765"/>
                <a:ext cx="664812" cy="854759"/>
              </a:xfrm>
              <a:prstGeom prst="rect">
                <a:avLst/>
              </a:prstGeom>
            </p:spPr>
          </p:pic>
        </p:grpSp>
      </p:grpSp>
      <p:sp>
        <p:nvSpPr>
          <p:cNvPr id="12" name="Down Arrow 11"/>
          <p:cNvSpPr/>
          <p:nvPr/>
        </p:nvSpPr>
        <p:spPr>
          <a:xfrm>
            <a:off x="3348584" y="15347448"/>
            <a:ext cx="1440160" cy="52620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Rectangle 14"/>
          <p:cNvSpPr/>
          <p:nvPr/>
        </p:nvSpPr>
        <p:spPr>
          <a:xfrm>
            <a:off x="5257090" y="17043375"/>
            <a:ext cx="3234796" cy="523220"/>
          </a:xfrm>
          <a:prstGeom prst="rect">
            <a:avLst/>
          </a:prstGeom>
          <a:solidFill>
            <a:schemeClr val="bg1">
              <a:alpha val="55000"/>
            </a:schemeClr>
          </a:solidFill>
        </p:spPr>
        <p:txBody>
          <a:bodyPr wrap="none">
            <a:spAutoFit/>
          </a:bodyPr>
          <a:lstStyle/>
          <a:p>
            <a:r>
              <a:rPr lang="en-GB" sz="2800" dirty="0">
                <a:hlinkClick r:id="rId3"/>
              </a:rPr>
              <a:t>http://bit.ly/2Ir5Fu0</a:t>
            </a:r>
            <a:r>
              <a:rPr lang="en-GB" sz="2800" dirty="0"/>
              <a:t> </a:t>
            </a:r>
          </a:p>
        </p:txBody>
      </p:sp>
      <p:sp>
        <p:nvSpPr>
          <p:cNvPr id="86" name="Down Arrow 85"/>
          <p:cNvSpPr/>
          <p:nvPr/>
        </p:nvSpPr>
        <p:spPr>
          <a:xfrm rot="10800000">
            <a:off x="710555" y="12106311"/>
            <a:ext cx="1440160" cy="87839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7" name="TextBox 86"/>
          <p:cNvSpPr txBox="1"/>
          <p:nvPr/>
        </p:nvSpPr>
        <p:spPr>
          <a:xfrm>
            <a:off x="3608" y="11092681"/>
            <a:ext cx="2854053" cy="954107"/>
          </a:xfrm>
          <a:prstGeom prst="rect">
            <a:avLst/>
          </a:prstGeom>
          <a:noFill/>
        </p:spPr>
        <p:txBody>
          <a:bodyPr wrap="square" rtlCol="0">
            <a:spAutoFit/>
          </a:bodyPr>
          <a:lstStyle/>
          <a:p>
            <a:pPr algn="ctr"/>
            <a:r>
              <a:rPr lang="en-GB" sz="2800" b="1" dirty="0"/>
              <a:t>Contact: </a:t>
            </a:r>
          </a:p>
          <a:p>
            <a:pPr algn="ctr"/>
            <a:r>
              <a:rPr lang="en-GB" sz="2800" dirty="0">
                <a:hlinkClick r:id="rId14"/>
              </a:rPr>
              <a:t>Jason Truscott</a:t>
            </a:r>
            <a:endParaRPr lang="en-GB" sz="2400" dirty="0"/>
          </a:p>
        </p:txBody>
      </p:sp>
      <p:sp>
        <p:nvSpPr>
          <p:cNvPr id="9" name="TextBox 8"/>
          <p:cNvSpPr txBox="1"/>
          <p:nvPr/>
        </p:nvSpPr>
        <p:spPr>
          <a:xfrm rot="20230185">
            <a:off x="4978452" y="15953021"/>
            <a:ext cx="3333861" cy="461665"/>
          </a:xfrm>
          <a:prstGeom prst="rect">
            <a:avLst/>
          </a:prstGeom>
          <a:noFill/>
        </p:spPr>
        <p:txBody>
          <a:bodyPr wrap="none" rtlCol="0" anchor="t">
            <a:spAutoFit/>
          </a:bodyPr>
          <a:lstStyle/>
          <a:p>
            <a:r>
              <a:rPr lang="en-GB" sz="2400" dirty="0"/>
              <a:t>See back of consent form</a:t>
            </a:r>
          </a:p>
        </p:txBody>
      </p:sp>
      <p:cxnSp>
        <p:nvCxnSpPr>
          <p:cNvPr id="13" name="Straight Arrow Connector 12"/>
          <p:cNvCxnSpPr/>
          <p:nvPr/>
        </p:nvCxnSpPr>
        <p:spPr>
          <a:xfrm flipH="1">
            <a:off x="4988225" y="15196651"/>
            <a:ext cx="3328911" cy="1391688"/>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36" name="Striped Right Arrow 35"/>
          <p:cNvSpPr/>
          <p:nvPr/>
        </p:nvSpPr>
        <p:spPr>
          <a:xfrm>
            <a:off x="4726976" y="17185501"/>
            <a:ext cx="540354" cy="304013"/>
          </a:xfrm>
          <a:prstGeom prst="strip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5" name="Rectangle 94"/>
          <p:cNvSpPr/>
          <p:nvPr/>
        </p:nvSpPr>
        <p:spPr>
          <a:xfrm>
            <a:off x="264204" y="22776318"/>
            <a:ext cx="12551336" cy="1938992"/>
          </a:xfrm>
          <a:prstGeom prst="rect">
            <a:avLst/>
          </a:prstGeom>
        </p:spPr>
        <p:txBody>
          <a:bodyPr wrap="square">
            <a:spAutoFit/>
          </a:bodyPr>
          <a:lstStyle/>
          <a:p>
            <a:pPr marL="265112"/>
            <a:r>
              <a:rPr lang="en-GB" sz="2800" dirty="0"/>
              <a:t>‘It just made me feel good to have it published. That it was a good bit of work and other people can see that as well. I’m actually quite proud of it.’ </a:t>
            </a:r>
          </a:p>
          <a:p>
            <a:pPr marL="265112"/>
            <a:endParaRPr lang="en-GB" sz="800" dirty="0"/>
          </a:p>
          <a:p>
            <a:pPr marL="265112"/>
            <a:r>
              <a:rPr lang="en-GB" sz="2800" dirty="0"/>
              <a:t>‘I think it’s a very good opportunity for students to be able to do this because I think a lot of students don’t think they could ever get their work published.’</a:t>
            </a:r>
          </a:p>
        </p:txBody>
      </p:sp>
      <p:sp>
        <p:nvSpPr>
          <p:cNvPr id="96" name="TextBox 95"/>
          <p:cNvSpPr txBox="1"/>
          <p:nvPr/>
        </p:nvSpPr>
        <p:spPr>
          <a:xfrm>
            <a:off x="533908" y="22196771"/>
            <a:ext cx="12196480" cy="646331"/>
          </a:xfrm>
          <a:prstGeom prst="rect">
            <a:avLst/>
          </a:prstGeom>
          <a:noFill/>
        </p:spPr>
        <p:txBody>
          <a:bodyPr wrap="none" rtlCol="0">
            <a:spAutoFit/>
          </a:bodyPr>
          <a:lstStyle/>
          <a:p>
            <a:r>
              <a:rPr lang="en-GB" sz="3600" b="1" dirty="0"/>
              <a:t>So what do students really think? </a:t>
            </a:r>
            <a:r>
              <a:rPr lang="en-GB" sz="1800" dirty="0"/>
              <a:t>Examples taken from Gresty &amp; Edwards-Jones (2012, p. 157)</a:t>
            </a:r>
            <a:endParaRPr lang="en-GB" sz="3600" dirty="0"/>
          </a:p>
        </p:txBody>
      </p:sp>
      <p:sp>
        <p:nvSpPr>
          <p:cNvPr id="97" name="TextBox 96"/>
          <p:cNvSpPr txBox="1"/>
          <p:nvPr/>
        </p:nvSpPr>
        <p:spPr>
          <a:xfrm>
            <a:off x="541271" y="19009369"/>
            <a:ext cx="1631344" cy="646331"/>
          </a:xfrm>
          <a:prstGeom prst="rect">
            <a:avLst/>
          </a:prstGeom>
          <a:noFill/>
        </p:spPr>
        <p:txBody>
          <a:bodyPr wrap="none" rtlCol="0">
            <a:spAutoFit/>
          </a:bodyPr>
          <a:lstStyle/>
          <a:p>
            <a:r>
              <a:rPr lang="en-GB" sz="3600" b="1" dirty="0"/>
              <a:t>Process</a:t>
            </a:r>
          </a:p>
        </p:txBody>
      </p:sp>
      <p:grpSp>
        <p:nvGrpSpPr>
          <p:cNvPr id="40" name="Group 39"/>
          <p:cNvGrpSpPr/>
          <p:nvPr/>
        </p:nvGrpSpPr>
        <p:grpSpPr>
          <a:xfrm>
            <a:off x="13578254" y="3130110"/>
            <a:ext cx="9765491" cy="745415"/>
            <a:chOff x="13696387" y="3186659"/>
            <a:chExt cx="9765491" cy="745415"/>
          </a:xfrm>
          <a:effectLst>
            <a:outerShdw blurRad="50800" dist="38100" dir="8100000" algn="tr" rotWithShape="0">
              <a:prstClr val="black">
                <a:alpha val="40000"/>
              </a:prstClr>
            </a:outerShdw>
          </a:effectLst>
        </p:grpSpPr>
        <p:sp>
          <p:nvSpPr>
            <p:cNvPr id="39" name="Rounded Rectangle 38">
              <a:hlinkClick r:id="rId15"/>
            </p:cNvPr>
            <p:cNvSpPr/>
            <p:nvPr/>
          </p:nvSpPr>
          <p:spPr>
            <a:xfrm>
              <a:off x="13696387" y="3186659"/>
              <a:ext cx="7215263" cy="745415"/>
            </a:xfrm>
            <a:prstGeom prst="roundRect">
              <a:avLst>
                <a:gd name="adj" fmla="val 26691"/>
              </a:avLst>
            </a:prstGeom>
            <a:ln>
              <a:solidFill>
                <a:schemeClr val="bg1"/>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GB"/>
            </a:p>
          </p:txBody>
        </p:sp>
        <p:sp>
          <p:nvSpPr>
            <p:cNvPr id="38" name="Rectangle 37"/>
            <p:cNvSpPr/>
            <p:nvPr/>
          </p:nvSpPr>
          <p:spPr>
            <a:xfrm>
              <a:off x="13861752" y="3251795"/>
              <a:ext cx="9600126" cy="584775"/>
            </a:xfrm>
            <a:prstGeom prst="rect">
              <a:avLst/>
            </a:prstGeom>
          </p:spPr>
          <p:txBody>
            <a:bodyPr wrap="square">
              <a:spAutoFit/>
            </a:bodyPr>
            <a:lstStyle/>
            <a:p>
              <a:r>
                <a:rPr lang="en-GB" sz="3200" b="1" dirty="0"/>
                <a:t>Visit the journal </a:t>
              </a:r>
              <a:r>
                <a:rPr lang="en-GB" sz="3200" b="1" dirty="0">
                  <a:hlinkClick r:id="rId15"/>
                </a:rPr>
                <a:t>http://bit.ly/2qGWVce</a:t>
              </a:r>
              <a:r>
                <a:rPr lang="en-GB" sz="3200" b="1" dirty="0"/>
                <a:t> </a:t>
              </a:r>
            </a:p>
          </p:txBody>
        </p:sp>
      </p:grpSp>
    </p:spTree>
    <p:extLst>
      <p:ext uri="{BB962C8B-B14F-4D97-AF65-F5344CB8AC3E}">
        <p14:creationId xmlns:p14="http://schemas.microsoft.com/office/powerpoint/2010/main" val="238825884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17668</TotalTime>
  <Words>996</Words>
  <Application>Microsoft Office PowerPoint</Application>
  <PresentationFormat>Custom</PresentationFormat>
  <Paragraphs>49</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Encouraging STEM undergraduate students to make the leap into publishing research: The Plymouth Student Scientist e-journal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Jason Truscott</dc:creator>
  <cp:lastModifiedBy>Jason Truscott</cp:lastModifiedBy>
  <cp:revision>386</cp:revision>
  <cp:lastPrinted>2018-06-08T14:59:56Z</cp:lastPrinted>
  <dcterms:created xsi:type="dcterms:W3CDTF">2015-03-04T13:38:47Z</dcterms:created>
  <dcterms:modified xsi:type="dcterms:W3CDTF">2024-02-06T12:33:15Z</dcterms:modified>
</cp:coreProperties>
</file>