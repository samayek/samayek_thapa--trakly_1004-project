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6"/>
  </p:notesMasterIdLst>
  <p:sldIdLst>
    <p:sldId id="256" r:id="rId5"/>
  </p:sldIdLst>
  <p:sldSz cx="30275213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 userDrawn="1">
          <p15:clr>
            <a:srgbClr val="A4A3A4"/>
          </p15:clr>
        </p15:guide>
        <p15:guide id="2" pos="1045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132907-B8D9-4038-9A04-9619F36CCBDE}" v="3" dt="2024-02-01T11:50:47.0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5986" autoAdjust="0"/>
  </p:normalViewPr>
  <p:slideViewPr>
    <p:cSldViewPr snapToGrid="0">
      <p:cViewPr>
        <p:scale>
          <a:sx n="35" d="100"/>
          <a:sy n="35" d="100"/>
        </p:scale>
        <p:origin x="2016" y="384"/>
      </p:cViewPr>
      <p:guideLst>
        <p:guide orient="horz" pos="6735"/>
        <p:guide pos="1045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5" d="100"/>
          <a:sy n="75" d="100"/>
        </p:scale>
        <p:origin x="4008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Truscott" userId="06425d6a-f707-4ccd-bad1-54c5f8958291" providerId="ADAL" clId="{54B9E216-186C-4B04-A1F2-F3752CD72B0E}"/>
    <pc:docChg chg="undo custSel modSld">
      <pc:chgData name="Jason Truscott" userId="06425d6a-f707-4ccd-bad1-54c5f8958291" providerId="ADAL" clId="{54B9E216-186C-4B04-A1F2-F3752CD72B0E}" dt="2023-01-30T18:11:38.778" v="3676" actId="20577"/>
      <pc:docMkLst>
        <pc:docMk/>
      </pc:docMkLst>
      <pc:sldChg chg="addSp delSp modSp mod">
        <pc:chgData name="Jason Truscott" userId="06425d6a-f707-4ccd-bad1-54c5f8958291" providerId="ADAL" clId="{54B9E216-186C-4B04-A1F2-F3752CD72B0E}" dt="2023-01-30T18:11:38.778" v="3676" actId="20577"/>
        <pc:sldMkLst>
          <pc:docMk/>
          <pc:sldMk cId="530449856" sldId="256"/>
        </pc:sldMkLst>
        <pc:spChg chg="mod">
          <ac:chgData name="Jason Truscott" userId="06425d6a-f707-4ccd-bad1-54c5f8958291" providerId="ADAL" clId="{54B9E216-186C-4B04-A1F2-F3752CD72B0E}" dt="2023-01-30T17:22:30.198" v="2" actId="2711"/>
          <ac:spMkLst>
            <pc:docMk/>
            <pc:sldMk cId="530449856" sldId="256"/>
            <ac:spMk id="4" creationId="{92E59AD5-5976-128F-4D77-03F04403A267}"/>
          </ac:spMkLst>
        </pc:spChg>
        <pc:spChg chg="mod">
          <ac:chgData name="Jason Truscott" userId="06425d6a-f707-4ccd-bad1-54c5f8958291" providerId="ADAL" clId="{54B9E216-186C-4B04-A1F2-F3752CD72B0E}" dt="2023-01-30T18:03:11.096" v="3104" actId="20577"/>
          <ac:spMkLst>
            <pc:docMk/>
            <pc:sldMk cId="530449856" sldId="256"/>
            <ac:spMk id="5" creationId="{F44C7D46-576F-B70E-8A0A-50FC2181375E}"/>
          </ac:spMkLst>
        </pc:spChg>
        <pc:spChg chg="add mod">
          <ac:chgData name="Jason Truscott" userId="06425d6a-f707-4ccd-bad1-54c5f8958291" providerId="ADAL" clId="{54B9E216-186C-4B04-A1F2-F3752CD72B0E}" dt="2023-01-30T17:51:48.695" v="2308" actId="1076"/>
          <ac:spMkLst>
            <pc:docMk/>
            <pc:sldMk cId="530449856" sldId="256"/>
            <ac:spMk id="6" creationId="{4E7252A7-2DD6-9567-5653-6EF700CC1523}"/>
          </ac:spMkLst>
        </pc:spChg>
        <pc:spChg chg="add mod">
          <ac:chgData name="Jason Truscott" userId="06425d6a-f707-4ccd-bad1-54c5f8958291" providerId="ADAL" clId="{54B9E216-186C-4B04-A1F2-F3752CD72B0E}" dt="2023-01-30T18:06:33.174" v="3370" actId="1076"/>
          <ac:spMkLst>
            <pc:docMk/>
            <pc:sldMk cId="530449856" sldId="256"/>
            <ac:spMk id="7" creationId="{191540AE-6D47-D2BF-F108-4888B426376B}"/>
          </ac:spMkLst>
        </pc:spChg>
        <pc:spChg chg="add mod">
          <ac:chgData name="Jason Truscott" userId="06425d6a-f707-4ccd-bad1-54c5f8958291" providerId="ADAL" clId="{54B9E216-186C-4B04-A1F2-F3752CD72B0E}" dt="2023-01-30T17:47:46.309" v="1954" actId="14100"/>
          <ac:spMkLst>
            <pc:docMk/>
            <pc:sldMk cId="530449856" sldId="256"/>
            <ac:spMk id="8" creationId="{05B8868C-D46C-BA91-C4F2-2AF233D26A64}"/>
          </ac:spMkLst>
        </pc:spChg>
        <pc:spChg chg="add mod ord">
          <ac:chgData name="Jason Truscott" userId="06425d6a-f707-4ccd-bad1-54c5f8958291" providerId="ADAL" clId="{54B9E216-186C-4B04-A1F2-F3752CD72B0E}" dt="2023-01-30T18:11:38.778" v="3676" actId="20577"/>
          <ac:spMkLst>
            <pc:docMk/>
            <pc:sldMk cId="530449856" sldId="256"/>
            <ac:spMk id="9" creationId="{6C2C50B2-026F-A369-4FED-A5E5A653706E}"/>
          </ac:spMkLst>
        </pc:spChg>
        <pc:spChg chg="add mod ord">
          <ac:chgData name="Jason Truscott" userId="06425d6a-f707-4ccd-bad1-54c5f8958291" providerId="ADAL" clId="{54B9E216-186C-4B04-A1F2-F3752CD72B0E}" dt="2023-01-30T17:47:52.998" v="1956" actId="14100"/>
          <ac:spMkLst>
            <pc:docMk/>
            <pc:sldMk cId="530449856" sldId="256"/>
            <ac:spMk id="10" creationId="{EBB352D3-FD8B-6A51-8257-ECB0C90042E0}"/>
          </ac:spMkLst>
        </pc:spChg>
        <pc:spChg chg="mod">
          <ac:chgData name="Jason Truscott" userId="06425d6a-f707-4ccd-bad1-54c5f8958291" providerId="ADAL" clId="{54B9E216-186C-4B04-A1F2-F3752CD72B0E}" dt="2023-01-30T17:54:48.373" v="2531"/>
          <ac:spMkLst>
            <pc:docMk/>
            <pc:sldMk cId="530449856" sldId="256"/>
            <ac:spMk id="36" creationId="{4B0C6177-602C-2408-B8B3-AD3F1E28353E}"/>
          </ac:spMkLst>
        </pc:spChg>
        <pc:spChg chg="mod">
          <ac:chgData name="Jason Truscott" userId="06425d6a-f707-4ccd-bad1-54c5f8958291" providerId="ADAL" clId="{54B9E216-186C-4B04-A1F2-F3752CD72B0E}" dt="2023-01-30T17:56:42.766" v="2663" actId="2085"/>
          <ac:spMkLst>
            <pc:docMk/>
            <pc:sldMk cId="530449856" sldId="256"/>
            <ac:spMk id="37" creationId="{A3D0A8A1-C328-BA5D-03BC-F7029E7E4E12}"/>
          </ac:spMkLst>
        </pc:spChg>
        <pc:spChg chg="add mod">
          <ac:chgData name="Jason Truscott" userId="06425d6a-f707-4ccd-bad1-54c5f8958291" providerId="ADAL" clId="{54B9E216-186C-4B04-A1F2-F3752CD72B0E}" dt="2023-01-30T18:07:23.623" v="3449" actId="313"/>
          <ac:spMkLst>
            <pc:docMk/>
            <pc:sldMk cId="530449856" sldId="256"/>
            <ac:spMk id="38" creationId="{36F49980-89B1-E7BE-E7AA-6DFEC91063A7}"/>
          </ac:spMkLst>
        </pc:spChg>
        <pc:grpChg chg="mod">
          <ac:chgData name="Jason Truscott" userId="06425d6a-f707-4ccd-bad1-54c5f8958291" providerId="ADAL" clId="{54B9E216-186C-4B04-A1F2-F3752CD72B0E}" dt="2023-01-30T18:03:00.756" v="3101" actId="688"/>
          <ac:grpSpMkLst>
            <pc:docMk/>
            <pc:sldMk cId="530449856" sldId="256"/>
            <ac:grpSpMk id="2" creationId="{75B7C80B-2CE2-0CBE-6A35-A9C6A7D5F366}"/>
          </ac:grpSpMkLst>
        </pc:grpChg>
        <pc:grpChg chg="add mod">
          <ac:chgData name="Jason Truscott" userId="06425d6a-f707-4ccd-bad1-54c5f8958291" providerId="ADAL" clId="{54B9E216-186C-4B04-A1F2-F3752CD72B0E}" dt="2023-01-30T17:35:32.921" v="1236" actId="164"/>
          <ac:grpSpMkLst>
            <pc:docMk/>
            <pc:sldMk cId="530449856" sldId="256"/>
            <ac:grpSpMk id="11" creationId="{67965399-F5BC-193C-653B-8AB362F2058E}"/>
          </ac:grpSpMkLst>
        </pc:grpChg>
        <pc:grpChg chg="add mod">
          <ac:chgData name="Jason Truscott" userId="06425d6a-f707-4ccd-bad1-54c5f8958291" providerId="ADAL" clId="{54B9E216-186C-4B04-A1F2-F3752CD72B0E}" dt="2023-01-30T18:10:50.815" v="3659" actId="1076"/>
          <ac:grpSpMkLst>
            <pc:docMk/>
            <pc:sldMk cId="530449856" sldId="256"/>
            <ac:grpSpMk id="12" creationId="{5BA8D663-8F16-51B6-F03B-ABC72880064E}"/>
          </ac:grpSpMkLst>
        </pc:grpChg>
        <pc:grpChg chg="mod">
          <ac:chgData name="Jason Truscott" userId="06425d6a-f707-4ccd-bad1-54c5f8958291" providerId="ADAL" clId="{54B9E216-186C-4B04-A1F2-F3752CD72B0E}" dt="2023-01-30T17:37:48.113" v="1340"/>
          <ac:grpSpMkLst>
            <pc:docMk/>
            <pc:sldMk cId="530449856" sldId="256"/>
            <ac:grpSpMk id="18" creationId="{78E5DCA8-1E3A-1170-DF23-378F91725F4F}"/>
          </ac:grpSpMkLst>
        </pc:grpChg>
        <pc:grpChg chg="mod">
          <ac:chgData name="Jason Truscott" userId="06425d6a-f707-4ccd-bad1-54c5f8958291" providerId="ADAL" clId="{54B9E216-186C-4B04-A1F2-F3752CD72B0E}" dt="2023-01-30T17:42:07.130" v="1775" actId="164"/>
          <ac:grpSpMkLst>
            <pc:docMk/>
            <pc:sldMk cId="530449856" sldId="256"/>
            <ac:grpSpMk id="24" creationId="{DDABE569-3E05-B0D5-2C1E-3A84528C12E7}"/>
          </ac:grpSpMkLst>
        </pc:grpChg>
        <pc:grpChg chg="add mod">
          <ac:chgData name="Jason Truscott" userId="06425d6a-f707-4ccd-bad1-54c5f8958291" providerId="ADAL" clId="{54B9E216-186C-4B04-A1F2-F3752CD72B0E}" dt="2023-01-30T17:44:44.319" v="1943" actId="164"/>
          <ac:grpSpMkLst>
            <pc:docMk/>
            <pc:sldMk cId="530449856" sldId="256"/>
            <ac:grpSpMk id="25" creationId="{CA142D01-B8BE-1482-879E-A91158A428CB}"/>
          </ac:grpSpMkLst>
        </pc:grpChg>
        <pc:grpChg chg="add mod">
          <ac:chgData name="Jason Truscott" userId="06425d6a-f707-4ccd-bad1-54c5f8958291" providerId="ADAL" clId="{54B9E216-186C-4B04-A1F2-F3752CD72B0E}" dt="2023-01-30T17:44:44.319" v="1943" actId="164"/>
          <ac:grpSpMkLst>
            <pc:docMk/>
            <pc:sldMk cId="530449856" sldId="256"/>
            <ac:grpSpMk id="26" creationId="{A6250AA4-4765-D149-3AD0-47EE5D00934F}"/>
          </ac:grpSpMkLst>
        </pc:grpChg>
        <pc:grpChg chg="add mod">
          <ac:chgData name="Jason Truscott" userId="06425d6a-f707-4ccd-bad1-54c5f8958291" providerId="ADAL" clId="{54B9E216-186C-4B04-A1F2-F3752CD72B0E}" dt="2023-01-30T18:10:54.831" v="3660" actId="1076"/>
          <ac:grpSpMkLst>
            <pc:docMk/>
            <pc:sldMk cId="530449856" sldId="256"/>
            <ac:grpSpMk id="27" creationId="{1E4B2C58-E099-81B1-6393-771879B4DF4B}"/>
          </ac:grpSpMkLst>
        </pc:grpChg>
        <pc:grpChg chg="add mod">
          <ac:chgData name="Jason Truscott" userId="06425d6a-f707-4ccd-bad1-54c5f8958291" providerId="ADAL" clId="{54B9E216-186C-4B04-A1F2-F3752CD72B0E}" dt="2023-01-30T17:56:01.176" v="2660" actId="14100"/>
          <ac:grpSpMkLst>
            <pc:docMk/>
            <pc:sldMk cId="530449856" sldId="256"/>
            <ac:grpSpMk id="35" creationId="{6816C180-1DF2-C6E8-AA7E-63CB57B20ABC}"/>
          </ac:grpSpMkLst>
        </pc:grpChg>
        <pc:grpChg chg="add mod">
          <ac:chgData name="Jason Truscott" userId="06425d6a-f707-4ccd-bad1-54c5f8958291" providerId="ADAL" clId="{54B9E216-186C-4B04-A1F2-F3752CD72B0E}" dt="2023-01-30T18:01:51.994" v="3048" actId="1076"/>
          <ac:grpSpMkLst>
            <pc:docMk/>
            <pc:sldMk cId="530449856" sldId="256"/>
            <ac:grpSpMk id="39" creationId="{1326B812-D78E-7889-FC40-255E44040F38}"/>
          </ac:grpSpMkLst>
        </pc:grpChg>
        <pc:graphicFrameChg chg="mod">
          <ac:chgData name="Jason Truscott" userId="06425d6a-f707-4ccd-bad1-54c5f8958291" providerId="ADAL" clId="{54B9E216-186C-4B04-A1F2-F3752CD72B0E}" dt="2023-01-30T18:06:33.174" v="3370" actId="1076"/>
          <ac:graphicFrameMkLst>
            <pc:docMk/>
            <pc:sldMk cId="530449856" sldId="256"/>
            <ac:graphicFrameMk id="3" creationId="{376BE76A-A95C-88B0-EE16-003474FF8C64}"/>
          </ac:graphicFrameMkLst>
        </pc:graphicFrameChg>
        <pc:picChg chg="add mod">
          <ac:chgData name="Jason Truscott" userId="06425d6a-f707-4ccd-bad1-54c5f8958291" providerId="ADAL" clId="{54B9E216-186C-4B04-A1F2-F3752CD72B0E}" dt="2023-01-30T17:42:15.018" v="1776" actId="164"/>
          <ac:picMkLst>
            <pc:docMk/>
            <pc:sldMk cId="530449856" sldId="256"/>
            <ac:picMk id="14" creationId="{689881E6-3BBD-AEBE-DAD9-EEF3764F8AF5}"/>
          </ac:picMkLst>
        </pc:picChg>
        <pc:picChg chg="add mod">
          <ac:chgData name="Jason Truscott" userId="06425d6a-f707-4ccd-bad1-54c5f8958291" providerId="ADAL" clId="{54B9E216-186C-4B04-A1F2-F3752CD72B0E}" dt="2023-01-30T18:01:44.463" v="3046" actId="164"/>
          <ac:picMkLst>
            <pc:docMk/>
            <pc:sldMk cId="530449856" sldId="256"/>
            <ac:picMk id="29" creationId="{8ED415D5-A9C3-9FCE-E747-9BE803208358}"/>
          </ac:picMkLst>
        </pc:picChg>
        <pc:inkChg chg="add del">
          <ac:chgData name="Jason Truscott" userId="06425d6a-f707-4ccd-bad1-54c5f8958291" providerId="ADAL" clId="{54B9E216-186C-4B04-A1F2-F3752CD72B0E}" dt="2023-01-30T17:37:34.201" v="1333" actId="9405"/>
          <ac:inkMkLst>
            <pc:docMk/>
            <pc:sldMk cId="530449856" sldId="256"/>
            <ac:inkMk id="15" creationId="{BD1127ED-99A7-31F5-17D6-5287276DE9DC}"/>
          </ac:inkMkLst>
        </pc:inkChg>
        <pc:inkChg chg="add del mod">
          <ac:chgData name="Jason Truscott" userId="06425d6a-f707-4ccd-bad1-54c5f8958291" providerId="ADAL" clId="{54B9E216-186C-4B04-A1F2-F3752CD72B0E}" dt="2023-01-30T17:37:48.569" v="1341" actId="9405"/>
          <ac:inkMkLst>
            <pc:docMk/>
            <pc:sldMk cId="530449856" sldId="256"/>
            <ac:inkMk id="16" creationId="{2B79D42B-2990-5CB4-60BC-62C89ACFD297}"/>
          </ac:inkMkLst>
        </pc:inkChg>
        <pc:inkChg chg="add del mod">
          <ac:chgData name="Jason Truscott" userId="06425d6a-f707-4ccd-bad1-54c5f8958291" providerId="ADAL" clId="{54B9E216-186C-4B04-A1F2-F3752CD72B0E}" dt="2023-01-30T17:37:48.113" v="1340"/>
          <ac:inkMkLst>
            <pc:docMk/>
            <pc:sldMk cId="530449856" sldId="256"/>
            <ac:inkMk id="17" creationId="{E02529FD-8221-81A6-38B3-04CAD54B5ACC}"/>
          </ac:inkMkLst>
        </pc:inkChg>
        <pc:inkChg chg="add del">
          <ac:chgData name="Jason Truscott" userId="06425d6a-f707-4ccd-bad1-54c5f8958291" providerId="ADAL" clId="{54B9E216-186C-4B04-A1F2-F3752CD72B0E}" dt="2023-01-30T17:37:46.561" v="1338" actId="9405"/>
          <ac:inkMkLst>
            <pc:docMk/>
            <pc:sldMk cId="530449856" sldId="256"/>
            <ac:inkMk id="19" creationId="{8A3F9673-C44E-A331-5882-4082C997F7C0}"/>
          </ac:inkMkLst>
        </pc:inkChg>
        <pc:inkChg chg="add mod">
          <ac:chgData name="Jason Truscott" userId="06425d6a-f707-4ccd-bad1-54c5f8958291" providerId="ADAL" clId="{54B9E216-186C-4B04-A1F2-F3752CD72B0E}" dt="2023-01-30T17:42:15.018" v="1776" actId="164"/>
          <ac:inkMkLst>
            <pc:docMk/>
            <pc:sldMk cId="530449856" sldId="256"/>
            <ac:inkMk id="20" creationId="{E534A149-65C0-805B-9630-738F9E6E0D7D}"/>
          </ac:inkMkLst>
        </pc:inkChg>
        <pc:inkChg chg="add mod">
          <ac:chgData name="Jason Truscott" userId="06425d6a-f707-4ccd-bad1-54c5f8958291" providerId="ADAL" clId="{54B9E216-186C-4B04-A1F2-F3752CD72B0E}" dt="2023-01-30T17:42:07.130" v="1775" actId="164"/>
          <ac:inkMkLst>
            <pc:docMk/>
            <pc:sldMk cId="530449856" sldId="256"/>
            <ac:inkMk id="21" creationId="{C07147FA-6CF4-D87E-20DC-59FE4657D8B6}"/>
          </ac:inkMkLst>
        </pc:inkChg>
        <pc:inkChg chg="add mod">
          <ac:chgData name="Jason Truscott" userId="06425d6a-f707-4ccd-bad1-54c5f8958291" providerId="ADAL" clId="{54B9E216-186C-4B04-A1F2-F3752CD72B0E}" dt="2023-01-30T17:38:02.525" v="1346"/>
          <ac:inkMkLst>
            <pc:docMk/>
            <pc:sldMk cId="530449856" sldId="256"/>
            <ac:inkMk id="22" creationId="{7AA245F8-44D3-0696-B969-AA248ADE4968}"/>
          </ac:inkMkLst>
        </pc:inkChg>
        <pc:inkChg chg="add mod">
          <ac:chgData name="Jason Truscott" userId="06425d6a-f707-4ccd-bad1-54c5f8958291" providerId="ADAL" clId="{54B9E216-186C-4B04-A1F2-F3752CD72B0E}" dt="2023-01-30T17:38:02.525" v="1346"/>
          <ac:inkMkLst>
            <pc:docMk/>
            <pc:sldMk cId="530449856" sldId="256"/>
            <ac:inkMk id="23" creationId="{C6833248-B5DB-B0E5-DD25-D59150348B7E}"/>
          </ac:inkMkLst>
        </pc:inkChg>
        <pc:inkChg chg="add del">
          <ac:chgData name="Jason Truscott" userId="06425d6a-f707-4ccd-bad1-54c5f8958291" providerId="ADAL" clId="{54B9E216-186C-4B04-A1F2-F3752CD72B0E}" dt="2023-01-30T17:50:00.537" v="2221" actId="9405"/>
          <ac:inkMkLst>
            <pc:docMk/>
            <pc:sldMk cId="530449856" sldId="256"/>
            <ac:inkMk id="30" creationId="{243DA3D6-3555-A776-CB42-84A099203EFC}"/>
          </ac:inkMkLst>
        </pc:inkChg>
        <pc:inkChg chg="add mod">
          <ac:chgData name="Jason Truscott" userId="06425d6a-f707-4ccd-bad1-54c5f8958291" providerId="ADAL" clId="{54B9E216-186C-4B04-A1F2-F3752CD72B0E}" dt="2023-01-30T18:05:26.654" v="3313" actId="14100"/>
          <ac:inkMkLst>
            <pc:docMk/>
            <pc:sldMk cId="530449856" sldId="256"/>
            <ac:inkMk id="31" creationId="{6D99293C-2DE9-AD6A-ECB4-04147A86C190}"/>
          </ac:inkMkLst>
        </pc:inkChg>
        <pc:inkChg chg="add del">
          <ac:chgData name="Jason Truscott" userId="06425d6a-f707-4ccd-bad1-54c5f8958291" providerId="ADAL" clId="{54B9E216-186C-4B04-A1F2-F3752CD72B0E}" dt="2023-01-30T17:50:05.185" v="2224" actId="9405"/>
          <ac:inkMkLst>
            <pc:docMk/>
            <pc:sldMk cId="530449856" sldId="256"/>
            <ac:inkMk id="32" creationId="{60B7E43D-9364-3D3B-CED5-3A59482DF152}"/>
          </ac:inkMkLst>
        </pc:inkChg>
        <pc:inkChg chg="add mod">
          <ac:chgData name="Jason Truscott" userId="06425d6a-f707-4ccd-bad1-54c5f8958291" providerId="ADAL" clId="{54B9E216-186C-4B04-A1F2-F3752CD72B0E}" dt="2023-01-30T18:01:44.463" v="3046" actId="164"/>
          <ac:inkMkLst>
            <pc:docMk/>
            <pc:sldMk cId="530449856" sldId="256"/>
            <ac:inkMk id="33" creationId="{09AB7032-04F6-3733-56BB-5D80E1486ACF}"/>
          </ac:inkMkLst>
        </pc:inkChg>
        <pc:inkChg chg="add del">
          <ac:chgData name="Jason Truscott" userId="06425d6a-f707-4ccd-bad1-54c5f8958291" providerId="ADAL" clId="{54B9E216-186C-4B04-A1F2-F3752CD72B0E}" dt="2023-01-30T17:50:12.224" v="2227" actId="9405"/>
          <ac:inkMkLst>
            <pc:docMk/>
            <pc:sldMk cId="530449856" sldId="256"/>
            <ac:inkMk id="34" creationId="{DBB5C5F1-C1D9-3B46-CFAF-D0E91CC3BEA1}"/>
          </ac:inkMkLst>
        </pc:inkChg>
      </pc:sldChg>
    </pc:docChg>
  </pc:docChgLst>
  <pc:docChgLst>
    <pc:chgData name="Jason Truscott" userId="06425d6a-f707-4ccd-bad1-54c5f8958291" providerId="ADAL" clId="{C0132907-B8D9-4038-9A04-9619F36CCBDE}"/>
    <pc:docChg chg="undo custSel modSld">
      <pc:chgData name="Jason Truscott" userId="06425d6a-f707-4ccd-bad1-54c5f8958291" providerId="ADAL" clId="{C0132907-B8D9-4038-9A04-9619F36CCBDE}" dt="2024-02-01T11:55:45.606" v="1321" actId="1076"/>
      <pc:docMkLst>
        <pc:docMk/>
      </pc:docMkLst>
      <pc:sldChg chg="addSp delSp modSp mod">
        <pc:chgData name="Jason Truscott" userId="06425d6a-f707-4ccd-bad1-54c5f8958291" providerId="ADAL" clId="{C0132907-B8D9-4038-9A04-9619F36CCBDE}" dt="2024-02-01T11:55:45.606" v="1321" actId="1076"/>
        <pc:sldMkLst>
          <pc:docMk/>
          <pc:sldMk cId="530449856" sldId="256"/>
        </pc:sldMkLst>
        <pc:spChg chg="mod">
          <ac:chgData name="Jason Truscott" userId="06425d6a-f707-4ccd-bad1-54c5f8958291" providerId="ADAL" clId="{C0132907-B8D9-4038-9A04-9619F36CCBDE}" dt="2024-02-01T11:55:18.993" v="1320" actId="20577"/>
          <ac:spMkLst>
            <pc:docMk/>
            <pc:sldMk cId="530449856" sldId="256"/>
            <ac:spMk id="5" creationId="{F44C7D46-576F-B70E-8A0A-50FC2181375E}"/>
          </ac:spMkLst>
        </pc:spChg>
        <pc:spChg chg="mod">
          <ac:chgData name="Jason Truscott" userId="06425d6a-f707-4ccd-bad1-54c5f8958291" providerId="ADAL" clId="{C0132907-B8D9-4038-9A04-9619F36CCBDE}" dt="2024-02-01T11:54:50.139" v="1295" actId="20577"/>
          <ac:spMkLst>
            <pc:docMk/>
            <pc:sldMk cId="530449856" sldId="256"/>
            <ac:spMk id="6" creationId="{4E7252A7-2DD6-9567-5653-6EF700CC1523}"/>
          </ac:spMkLst>
        </pc:spChg>
        <pc:spChg chg="mod">
          <ac:chgData name="Jason Truscott" userId="06425d6a-f707-4ccd-bad1-54c5f8958291" providerId="ADAL" clId="{C0132907-B8D9-4038-9A04-9619F36CCBDE}" dt="2024-02-01T11:55:45.606" v="1321" actId="1076"/>
          <ac:spMkLst>
            <pc:docMk/>
            <pc:sldMk cId="530449856" sldId="256"/>
            <ac:spMk id="7" creationId="{191540AE-6D47-D2BF-F108-4888B426376B}"/>
          </ac:spMkLst>
        </pc:spChg>
        <pc:spChg chg="mod">
          <ac:chgData name="Jason Truscott" userId="06425d6a-f707-4ccd-bad1-54c5f8958291" providerId="ADAL" clId="{C0132907-B8D9-4038-9A04-9619F36CCBDE}" dt="2024-02-01T11:44:54.255" v="813" actId="14100"/>
          <ac:spMkLst>
            <pc:docMk/>
            <pc:sldMk cId="530449856" sldId="256"/>
            <ac:spMk id="8" creationId="{05B8868C-D46C-BA91-C4F2-2AF233D26A64}"/>
          </ac:spMkLst>
        </pc:spChg>
        <pc:spChg chg="mod">
          <ac:chgData name="Jason Truscott" userId="06425d6a-f707-4ccd-bad1-54c5f8958291" providerId="ADAL" clId="{C0132907-B8D9-4038-9A04-9619F36CCBDE}" dt="2024-02-01T11:48:27.662" v="939" actId="20577"/>
          <ac:spMkLst>
            <pc:docMk/>
            <pc:sldMk cId="530449856" sldId="256"/>
            <ac:spMk id="9" creationId="{6C2C50B2-026F-A369-4FED-A5E5A653706E}"/>
          </ac:spMkLst>
        </pc:spChg>
        <pc:spChg chg="mod">
          <ac:chgData name="Jason Truscott" userId="06425d6a-f707-4ccd-bad1-54c5f8958291" providerId="ADAL" clId="{C0132907-B8D9-4038-9A04-9619F36CCBDE}" dt="2024-02-01T11:44:53.959" v="812" actId="14100"/>
          <ac:spMkLst>
            <pc:docMk/>
            <pc:sldMk cId="530449856" sldId="256"/>
            <ac:spMk id="10" creationId="{EBB352D3-FD8B-6A51-8257-ECB0C90042E0}"/>
          </ac:spMkLst>
        </pc:spChg>
        <pc:spChg chg="add mod">
          <ac:chgData name="Jason Truscott" userId="06425d6a-f707-4ccd-bad1-54c5f8958291" providerId="ADAL" clId="{C0132907-B8D9-4038-9A04-9619F36CCBDE}" dt="2024-02-01T11:53:40.666" v="1265" actId="1076"/>
          <ac:spMkLst>
            <pc:docMk/>
            <pc:sldMk cId="530449856" sldId="256"/>
            <ac:spMk id="19" creationId="{5F0B273E-B2F6-9669-8355-6560191EB12A}"/>
          </ac:spMkLst>
        </pc:spChg>
        <pc:spChg chg="add del mod ord">
          <ac:chgData name="Jason Truscott" userId="06425d6a-f707-4ccd-bad1-54c5f8958291" providerId="ADAL" clId="{C0132907-B8D9-4038-9A04-9619F36CCBDE}" dt="2024-02-01T11:51:07.086" v="1140" actId="478"/>
          <ac:spMkLst>
            <pc:docMk/>
            <pc:sldMk cId="530449856" sldId="256"/>
            <ac:spMk id="28" creationId="{C95D8E0E-1AA7-C64F-6E17-E871C8DA7CCC}"/>
          </ac:spMkLst>
        </pc:spChg>
        <pc:spChg chg="add del mod ord">
          <ac:chgData name="Jason Truscott" userId="06425d6a-f707-4ccd-bad1-54c5f8958291" providerId="ADAL" clId="{C0132907-B8D9-4038-9A04-9619F36CCBDE}" dt="2024-02-01T11:51:05.791" v="1139" actId="478"/>
          <ac:spMkLst>
            <pc:docMk/>
            <pc:sldMk cId="530449856" sldId="256"/>
            <ac:spMk id="30" creationId="{6EC0326C-65A3-EA30-47E1-90461144C329}"/>
          </ac:spMkLst>
        </pc:spChg>
        <pc:spChg chg="mod">
          <ac:chgData name="Jason Truscott" userId="06425d6a-f707-4ccd-bad1-54c5f8958291" providerId="ADAL" clId="{C0132907-B8D9-4038-9A04-9619F36CCBDE}" dt="2024-02-01T11:33:43.758" v="183" actId="1076"/>
          <ac:spMkLst>
            <pc:docMk/>
            <pc:sldMk cId="530449856" sldId="256"/>
            <ac:spMk id="36" creationId="{4B0C6177-602C-2408-B8B3-AD3F1E28353E}"/>
          </ac:spMkLst>
        </pc:spChg>
        <pc:spChg chg="mod">
          <ac:chgData name="Jason Truscott" userId="06425d6a-f707-4ccd-bad1-54c5f8958291" providerId="ADAL" clId="{C0132907-B8D9-4038-9A04-9619F36CCBDE}" dt="2024-02-01T11:35:15.176" v="328" actId="6549"/>
          <ac:spMkLst>
            <pc:docMk/>
            <pc:sldMk cId="530449856" sldId="256"/>
            <ac:spMk id="37" creationId="{A3D0A8A1-C328-BA5D-03BC-F7029E7E4E12}"/>
          </ac:spMkLst>
        </pc:spChg>
        <pc:spChg chg="mod">
          <ac:chgData name="Jason Truscott" userId="06425d6a-f707-4ccd-bad1-54c5f8958291" providerId="ADAL" clId="{C0132907-B8D9-4038-9A04-9619F36CCBDE}" dt="2024-02-01T11:37:18.693" v="489" actId="20577"/>
          <ac:spMkLst>
            <pc:docMk/>
            <pc:sldMk cId="530449856" sldId="256"/>
            <ac:spMk id="38" creationId="{36F49980-89B1-E7BE-E7AA-6DFEC91063A7}"/>
          </ac:spMkLst>
        </pc:spChg>
        <pc:grpChg chg="mod">
          <ac:chgData name="Jason Truscott" userId="06425d6a-f707-4ccd-bad1-54c5f8958291" providerId="ADAL" clId="{C0132907-B8D9-4038-9A04-9619F36CCBDE}" dt="2024-02-01T11:46:29.876" v="846" actId="14100"/>
          <ac:grpSpMkLst>
            <pc:docMk/>
            <pc:sldMk cId="530449856" sldId="256"/>
            <ac:grpSpMk id="12" creationId="{5BA8D663-8F16-51B6-F03B-ABC72880064E}"/>
          </ac:grpSpMkLst>
        </pc:grpChg>
        <pc:grpChg chg="mod">
          <ac:chgData name="Jason Truscott" userId="06425d6a-f707-4ccd-bad1-54c5f8958291" providerId="ADAL" clId="{C0132907-B8D9-4038-9A04-9619F36CCBDE}" dt="2024-02-01T11:46:19.654" v="845" actId="1035"/>
          <ac:grpSpMkLst>
            <pc:docMk/>
            <pc:sldMk cId="530449856" sldId="256"/>
            <ac:grpSpMk id="27" creationId="{1E4B2C58-E099-81B1-6393-771879B4DF4B}"/>
          </ac:grpSpMkLst>
        </pc:grpChg>
        <pc:grpChg chg="mod">
          <ac:chgData name="Jason Truscott" userId="06425d6a-f707-4ccd-bad1-54c5f8958291" providerId="ADAL" clId="{C0132907-B8D9-4038-9A04-9619F36CCBDE}" dt="2024-02-01T11:35:26.668" v="329" actId="688"/>
          <ac:grpSpMkLst>
            <pc:docMk/>
            <pc:sldMk cId="530449856" sldId="256"/>
            <ac:grpSpMk id="35" creationId="{6816C180-1DF2-C6E8-AA7E-63CB57B20ABC}"/>
          </ac:grpSpMkLst>
        </pc:grpChg>
        <pc:grpChg chg="mod">
          <ac:chgData name="Jason Truscott" userId="06425d6a-f707-4ccd-bad1-54c5f8958291" providerId="ADAL" clId="{C0132907-B8D9-4038-9A04-9619F36CCBDE}" dt="2024-02-01T11:46:19.654" v="845" actId="1035"/>
          <ac:grpSpMkLst>
            <pc:docMk/>
            <pc:sldMk cId="530449856" sldId="256"/>
            <ac:grpSpMk id="39" creationId="{1326B812-D78E-7889-FC40-255E44040F38}"/>
          </ac:grpSpMkLst>
        </pc:grpChg>
        <pc:graphicFrameChg chg="mod">
          <ac:chgData name="Jason Truscott" userId="06425d6a-f707-4ccd-bad1-54c5f8958291" providerId="ADAL" clId="{C0132907-B8D9-4038-9A04-9619F36CCBDE}" dt="2024-02-01T11:55:45.606" v="1321" actId="1076"/>
          <ac:graphicFrameMkLst>
            <pc:docMk/>
            <pc:sldMk cId="530449856" sldId="256"/>
            <ac:graphicFrameMk id="3" creationId="{376BE76A-A95C-88B0-EE16-003474FF8C64}"/>
          </ac:graphicFrameMkLst>
        </pc:graphicFrameChg>
        <pc:picChg chg="add mod">
          <ac:chgData name="Jason Truscott" userId="06425d6a-f707-4ccd-bad1-54c5f8958291" providerId="ADAL" clId="{C0132907-B8D9-4038-9A04-9619F36CCBDE}" dt="2024-02-01T11:48:54.516" v="940" actId="1076"/>
          <ac:picMkLst>
            <pc:docMk/>
            <pc:sldMk cId="530449856" sldId="256"/>
            <ac:picMk id="13" creationId="{B64BB282-5747-510F-98B0-24C401EA4070}"/>
          </ac:picMkLst>
        </pc:picChg>
        <pc:picChg chg="add del mod modCrop">
          <ac:chgData name="Jason Truscott" userId="06425d6a-f707-4ccd-bad1-54c5f8958291" providerId="ADAL" clId="{C0132907-B8D9-4038-9A04-9619F36CCBDE}" dt="2024-02-01T11:39:22.286" v="614" actId="478"/>
          <ac:picMkLst>
            <pc:docMk/>
            <pc:sldMk cId="530449856" sldId="256"/>
            <ac:picMk id="16" creationId="{9C750241-EDC5-9BFC-1803-52BB7D00F3F8}"/>
          </ac:picMkLst>
        </pc:picChg>
        <pc:picChg chg="add mod modCrop">
          <ac:chgData name="Jason Truscott" userId="06425d6a-f707-4ccd-bad1-54c5f8958291" providerId="ADAL" clId="{C0132907-B8D9-4038-9A04-9619F36CCBDE}" dt="2024-02-01T11:54:46.084" v="1294" actId="1076"/>
          <ac:picMkLst>
            <pc:docMk/>
            <pc:sldMk cId="530449856" sldId="256"/>
            <ac:picMk id="18" creationId="{A0D78E47-BFD4-D8A4-5CE9-E8C8823DFCA0}"/>
          </ac:picMkLst>
        </pc:picChg>
      </pc:sldChg>
    </pc:docChg>
  </pc:docChgLst>
  <pc:docChgLst>
    <pc:chgData name="Jason Truscott" userId="S::j.truscott@plymouth.ac.uk::06425d6a-f707-4ccd-bad1-54c5f8958291" providerId="AD" clId="Web-{7164F310-07FE-3149-37BF-AF5916105BA8}"/>
    <pc:docChg chg="modSld">
      <pc:chgData name="Jason Truscott" userId="S::j.truscott@plymouth.ac.uk::06425d6a-f707-4ccd-bad1-54c5f8958291" providerId="AD" clId="Web-{7164F310-07FE-3149-37BF-AF5916105BA8}" dt="2023-01-30T14:03:31.298" v="6"/>
      <pc:docMkLst>
        <pc:docMk/>
      </pc:docMkLst>
      <pc:sldChg chg="addSp delSp modSp">
        <pc:chgData name="Jason Truscott" userId="S::j.truscott@plymouth.ac.uk::06425d6a-f707-4ccd-bad1-54c5f8958291" providerId="AD" clId="Web-{7164F310-07FE-3149-37BF-AF5916105BA8}" dt="2023-01-30T14:03:31.298" v="6"/>
        <pc:sldMkLst>
          <pc:docMk/>
          <pc:sldMk cId="530449856" sldId="256"/>
        </pc:sldMkLst>
        <pc:spChg chg="add">
          <ac:chgData name="Jason Truscott" userId="S::j.truscott@plymouth.ac.uk::06425d6a-f707-4ccd-bad1-54c5f8958291" providerId="AD" clId="Web-{7164F310-07FE-3149-37BF-AF5916105BA8}" dt="2023-01-30T14:03:05.172" v="0"/>
          <ac:spMkLst>
            <pc:docMk/>
            <pc:sldMk cId="530449856" sldId="256"/>
            <ac:spMk id="4" creationId="{92E59AD5-5976-128F-4D77-03F04403A267}"/>
          </ac:spMkLst>
        </pc:spChg>
        <pc:spChg chg="add">
          <ac:chgData name="Jason Truscott" userId="S::j.truscott@plymouth.ac.uk::06425d6a-f707-4ccd-bad1-54c5f8958291" providerId="AD" clId="Web-{7164F310-07FE-3149-37BF-AF5916105BA8}" dt="2023-01-30T14:03:05.172" v="0"/>
          <ac:spMkLst>
            <pc:docMk/>
            <pc:sldMk cId="530449856" sldId="256"/>
            <ac:spMk id="5" creationId="{F44C7D46-576F-B70E-8A0A-50FC2181375E}"/>
          </ac:spMkLst>
        </pc:spChg>
        <pc:spChg chg="add del mod">
          <ac:chgData name="Jason Truscott" userId="S::j.truscott@plymouth.ac.uk::06425d6a-f707-4ccd-bad1-54c5f8958291" providerId="AD" clId="Web-{7164F310-07FE-3149-37BF-AF5916105BA8}" dt="2023-01-30T14:03:31.298" v="6"/>
          <ac:spMkLst>
            <pc:docMk/>
            <pc:sldMk cId="530449856" sldId="256"/>
            <ac:spMk id="28" creationId="{CE8C63F1-1D46-5299-7D0B-2573E900FA46}"/>
          </ac:spMkLst>
        </pc:spChg>
        <pc:grpChg chg="add">
          <ac:chgData name="Jason Truscott" userId="S::j.truscott@plymouth.ac.uk::06425d6a-f707-4ccd-bad1-54c5f8958291" providerId="AD" clId="Web-{7164F310-07FE-3149-37BF-AF5916105BA8}" dt="2023-01-30T14:03:05.172" v="0"/>
          <ac:grpSpMkLst>
            <pc:docMk/>
            <pc:sldMk cId="530449856" sldId="256"/>
            <ac:grpSpMk id="2" creationId="{75B7C80B-2CE2-0CBE-6A35-A9C6A7D5F366}"/>
          </ac:grpSpMkLst>
        </pc:grpChg>
        <pc:graphicFrameChg chg="add mod">
          <ac:chgData name="Jason Truscott" userId="S::j.truscott@plymouth.ac.uk::06425d6a-f707-4ccd-bad1-54c5f8958291" providerId="AD" clId="Web-{7164F310-07FE-3149-37BF-AF5916105BA8}" dt="2023-01-30T14:03:10.547" v="1" actId="1076"/>
          <ac:graphicFrameMkLst>
            <pc:docMk/>
            <pc:sldMk cId="530449856" sldId="256"/>
            <ac:graphicFrameMk id="3" creationId="{376BE76A-A95C-88B0-EE16-003474FF8C64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2E8D7F-FF97-4E0E-8C4D-BE9F2E942899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6013E2-C41E-40DC-B0FA-20B2F05E3E86}">
      <dgm:prSet phldrT="[Text]"/>
      <dgm:spPr/>
      <dgm:t>
        <a:bodyPr/>
        <a:lstStyle/>
        <a:p>
          <a:r>
            <a:rPr lang="en-US" dirty="0"/>
            <a:t>This is a smart object called SmartArt</a:t>
          </a:r>
        </a:p>
      </dgm:t>
    </dgm:pt>
    <dgm:pt modelId="{C5B07B35-17FB-4F23-A3D2-E7AA9ED47735}" type="parTrans" cxnId="{C25E6CBF-9819-4F8E-A2F0-08DB8E8F8091}">
      <dgm:prSet/>
      <dgm:spPr/>
      <dgm:t>
        <a:bodyPr/>
        <a:lstStyle/>
        <a:p>
          <a:endParaRPr lang="en-US"/>
        </a:p>
      </dgm:t>
    </dgm:pt>
    <dgm:pt modelId="{0635A875-87B7-4797-B39A-3C9B34BB920E}" type="sibTrans" cxnId="{C25E6CBF-9819-4F8E-A2F0-08DB8E8F8091}">
      <dgm:prSet/>
      <dgm:spPr/>
      <dgm:t>
        <a:bodyPr/>
        <a:lstStyle/>
        <a:p>
          <a:endParaRPr lang="en-US"/>
        </a:p>
      </dgm:t>
    </dgm:pt>
    <dgm:pt modelId="{616218B2-2497-4D37-9100-FEAC30A52834}">
      <dgm:prSet phldrT="[Text]"/>
      <dgm:spPr/>
      <dgm:t>
        <a:bodyPr/>
        <a:lstStyle/>
        <a:p>
          <a:r>
            <a:rPr lang="en-US" dirty="0"/>
            <a:t>Type ‘smart art’ in PowerPoint search</a:t>
          </a:r>
        </a:p>
      </dgm:t>
    </dgm:pt>
    <dgm:pt modelId="{43762581-3603-4FC8-92C6-9E8249AF3693}" type="parTrans" cxnId="{068EEF5E-E5CE-470F-B45D-268D79BD78DD}">
      <dgm:prSet/>
      <dgm:spPr/>
      <dgm:t>
        <a:bodyPr/>
        <a:lstStyle/>
        <a:p>
          <a:endParaRPr lang="en-US"/>
        </a:p>
      </dgm:t>
    </dgm:pt>
    <dgm:pt modelId="{A07AE77F-98CF-4B7A-8335-D9C62DCABBDB}" type="sibTrans" cxnId="{068EEF5E-E5CE-470F-B45D-268D79BD78DD}">
      <dgm:prSet/>
      <dgm:spPr/>
      <dgm:t>
        <a:bodyPr/>
        <a:lstStyle/>
        <a:p>
          <a:endParaRPr lang="en-US"/>
        </a:p>
      </dgm:t>
    </dgm:pt>
    <dgm:pt modelId="{65BE03B1-6736-4635-949C-04308ACFF257}">
      <dgm:prSet phldrT="[Text]"/>
      <dgm:spPr/>
      <dgm:t>
        <a:bodyPr/>
        <a:lstStyle/>
        <a:p>
          <a:r>
            <a:rPr lang="en-US" dirty="0"/>
            <a:t>Then pick one that suites your needs</a:t>
          </a:r>
        </a:p>
      </dgm:t>
    </dgm:pt>
    <dgm:pt modelId="{48F936E7-044F-424C-86B4-114B3798BEEE}" type="parTrans" cxnId="{954AF717-C4A7-41BF-97F5-02F9B6298389}">
      <dgm:prSet/>
      <dgm:spPr/>
      <dgm:t>
        <a:bodyPr/>
        <a:lstStyle/>
        <a:p>
          <a:endParaRPr lang="en-US"/>
        </a:p>
      </dgm:t>
    </dgm:pt>
    <dgm:pt modelId="{8B274389-2E05-4CE5-B05B-5ECDEF119E03}" type="sibTrans" cxnId="{954AF717-C4A7-41BF-97F5-02F9B6298389}">
      <dgm:prSet/>
      <dgm:spPr/>
      <dgm:t>
        <a:bodyPr/>
        <a:lstStyle/>
        <a:p>
          <a:endParaRPr lang="en-US"/>
        </a:p>
      </dgm:t>
    </dgm:pt>
    <dgm:pt modelId="{B76441BF-617D-4D40-88D1-7EE51FF4CFDA}">
      <dgm:prSet phldrT="[Text]"/>
      <dgm:spPr/>
      <dgm:t>
        <a:bodyPr/>
        <a:lstStyle/>
        <a:p>
          <a:r>
            <a:rPr lang="en-US" dirty="0"/>
            <a:t>You can also change the type of SmartArt</a:t>
          </a:r>
        </a:p>
      </dgm:t>
    </dgm:pt>
    <dgm:pt modelId="{492AF945-9ED2-4EC7-886D-FC5EF2CBBEA2}" type="parTrans" cxnId="{E2FC6EF4-27E3-47F0-A4FF-15FD027D0BC1}">
      <dgm:prSet/>
      <dgm:spPr/>
      <dgm:t>
        <a:bodyPr/>
        <a:lstStyle/>
        <a:p>
          <a:endParaRPr lang="en-US"/>
        </a:p>
      </dgm:t>
    </dgm:pt>
    <dgm:pt modelId="{0BB8F47F-F712-4099-87A8-2A657178FF3E}" type="sibTrans" cxnId="{E2FC6EF4-27E3-47F0-A4FF-15FD027D0BC1}">
      <dgm:prSet/>
      <dgm:spPr/>
      <dgm:t>
        <a:bodyPr/>
        <a:lstStyle/>
        <a:p>
          <a:endParaRPr lang="en-US"/>
        </a:p>
      </dgm:t>
    </dgm:pt>
    <dgm:pt modelId="{B503F703-E955-4A0C-982C-0B07464BD7E6}">
      <dgm:prSet phldrT="[Text]"/>
      <dgm:spPr/>
      <dgm:t>
        <a:bodyPr/>
        <a:lstStyle/>
        <a:p>
          <a:r>
            <a:rPr lang="en-US" dirty="0"/>
            <a:t>Really handy to show processes</a:t>
          </a:r>
        </a:p>
      </dgm:t>
    </dgm:pt>
    <dgm:pt modelId="{DFDBFABD-E7F8-436C-9D83-61C207FEB588}" type="parTrans" cxnId="{D81EEB18-E22E-484F-9EF3-B03C092328E0}">
      <dgm:prSet/>
      <dgm:spPr/>
      <dgm:t>
        <a:bodyPr/>
        <a:lstStyle/>
        <a:p>
          <a:endParaRPr lang="en-US"/>
        </a:p>
      </dgm:t>
    </dgm:pt>
    <dgm:pt modelId="{5D3910FD-BF17-495A-BFA7-60E11DCBBB9F}" type="sibTrans" cxnId="{D81EEB18-E22E-484F-9EF3-B03C092328E0}">
      <dgm:prSet/>
      <dgm:spPr/>
      <dgm:t>
        <a:bodyPr/>
        <a:lstStyle/>
        <a:p>
          <a:endParaRPr lang="en-US"/>
        </a:p>
      </dgm:t>
    </dgm:pt>
    <dgm:pt modelId="{128F6E10-D235-4930-9FAB-BE456ECBEEC0}" type="pres">
      <dgm:prSet presAssocID="{062E8D7F-FF97-4E0E-8C4D-BE9F2E942899}" presName="cycle" presStyleCnt="0">
        <dgm:presLayoutVars>
          <dgm:dir/>
          <dgm:resizeHandles val="exact"/>
        </dgm:presLayoutVars>
      </dgm:prSet>
      <dgm:spPr/>
    </dgm:pt>
    <dgm:pt modelId="{0249CDCE-5C08-466F-A952-CDCF60955D10}" type="pres">
      <dgm:prSet presAssocID="{056013E2-C41E-40DC-B0FA-20B2F05E3E86}" presName="node" presStyleLbl="node1" presStyleIdx="0" presStyleCnt="5">
        <dgm:presLayoutVars>
          <dgm:bulletEnabled val="1"/>
        </dgm:presLayoutVars>
      </dgm:prSet>
      <dgm:spPr/>
    </dgm:pt>
    <dgm:pt modelId="{6593D019-91BF-460E-B6D2-59F1FDBBA3EF}" type="pres">
      <dgm:prSet presAssocID="{0635A875-87B7-4797-B39A-3C9B34BB920E}" presName="sibTrans" presStyleLbl="sibTrans2D1" presStyleIdx="0" presStyleCnt="5"/>
      <dgm:spPr/>
    </dgm:pt>
    <dgm:pt modelId="{01BE6F53-C958-4716-A22B-6D0157AB0E64}" type="pres">
      <dgm:prSet presAssocID="{0635A875-87B7-4797-B39A-3C9B34BB920E}" presName="connectorText" presStyleLbl="sibTrans2D1" presStyleIdx="0" presStyleCnt="5"/>
      <dgm:spPr/>
    </dgm:pt>
    <dgm:pt modelId="{86202370-A485-4C7C-926A-1F8777405F85}" type="pres">
      <dgm:prSet presAssocID="{616218B2-2497-4D37-9100-FEAC30A52834}" presName="node" presStyleLbl="node1" presStyleIdx="1" presStyleCnt="5">
        <dgm:presLayoutVars>
          <dgm:bulletEnabled val="1"/>
        </dgm:presLayoutVars>
      </dgm:prSet>
      <dgm:spPr/>
    </dgm:pt>
    <dgm:pt modelId="{EB33A9B0-112A-4A98-ABC7-02329D2C51CF}" type="pres">
      <dgm:prSet presAssocID="{A07AE77F-98CF-4B7A-8335-D9C62DCABBDB}" presName="sibTrans" presStyleLbl="sibTrans2D1" presStyleIdx="1" presStyleCnt="5"/>
      <dgm:spPr/>
    </dgm:pt>
    <dgm:pt modelId="{A75F87BD-B22B-4EE8-931F-0852E9B434F7}" type="pres">
      <dgm:prSet presAssocID="{A07AE77F-98CF-4B7A-8335-D9C62DCABBDB}" presName="connectorText" presStyleLbl="sibTrans2D1" presStyleIdx="1" presStyleCnt="5"/>
      <dgm:spPr/>
    </dgm:pt>
    <dgm:pt modelId="{1A3E4067-70E1-4291-925E-97F78960BC81}" type="pres">
      <dgm:prSet presAssocID="{65BE03B1-6736-4635-949C-04308ACFF257}" presName="node" presStyleLbl="node1" presStyleIdx="2" presStyleCnt="5">
        <dgm:presLayoutVars>
          <dgm:bulletEnabled val="1"/>
        </dgm:presLayoutVars>
      </dgm:prSet>
      <dgm:spPr/>
    </dgm:pt>
    <dgm:pt modelId="{A2AB6F93-B351-4A88-B890-B789CAAF9073}" type="pres">
      <dgm:prSet presAssocID="{8B274389-2E05-4CE5-B05B-5ECDEF119E03}" presName="sibTrans" presStyleLbl="sibTrans2D1" presStyleIdx="2" presStyleCnt="5"/>
      <dgm:spPr/>
    </dgm:pt>
    <dgm:pt modelId="{2F279756-820A-48AB-9E90-F75D6BB3ED2B}" type="pres">
      <dgm:prSet presAssocID="{8B274389-2E05-4CE5-B05B-5ECDEF119E03}" presName="connectorText" presStyleLbl="sibTrans2D1" presStyleIdx="2" presStyleCnt="5"/>
      <dgm:spPr/>
    </dgm:pt>
    <dgm:pt modelId="{E3304BFD-5FED-474C-8971-FDB79665A21E}" type="pres">
      <dgm:prSet presAssocID="{B76441BF-617D-4D40-88D1-7EE51FF4CFDA}" presName="node" presStyleLbl="node1" presStyleIdx="3" presStyleCnt="5">
        <dgm:presLayoutVars>
          <dgm:bulletEnabled val="1"/>
        </dgm:presLayoutVars>
      </dgm:prSet>
      <dgm:spPr/>
    </dgm:pt>
    <dgm:pt modelId="{672A2823-E6D3-403C-8032-45C5743036A7}" type="pres">
      <dgm:prSet presAssocID="{0BB8F47F-F712-4099-87A8-2A657178FF3E}" presName="sibTrans" presStyleLbl="sibTrans2D1" presStyleIdx="3" presStyleCnt="5"/>
      <dgm:spPr/>
    </dgm:pt>
    <dgm:pt modelId="{9FC3DE5E-6A53-44A5-AA4E-EB938CC9434D}" type="pres">
      <dgm:prSet presAssocID="{0BB8F47F-F712-4099-87A8-2A657178FF3E}" presName="connectorText" presStyleLbl="sibTrans2D1" presStyleIdx="3" presStyleCnt="5"/>
      <dgm:spPr/>
    </dgm:pt>
    <dgm:pt modelId="{3CA77310-1ECB-4AB4-B523-D2D2B5FD7681}" type="pres">
      <dgm:prSet presAssocID="{B503F703-E955-4A0C-982C-0B07464BD7E6}" presName="node" presStyleLbl="node1" presStyleIdx="4" presStyleCnt="5">
        <dgm:presLayoutVars>
          <dgm:bulletEnabled val="1"/>
        </dgm:presLayoutVars>
      </dgm:prSet>
      <dgm:spPr/>
    </dgm:pt>
    <dgm:pt modelId="{FB3BDBAA-CE50-48AE-A287-DE9B9AE93108}" type="pres">
      <dgm:prSet presAssocID="{5D3910FD-BF17-495A-BFA7-60E11DCBBB9F}" presName="sibTrans" presStyleLbl="sibTrans2D1" presStyleIdx="4" presStyleCnt="5"/>
      <dgm:spPr/>
    </dgm:pt>
    <dgm:pt modelId="{117B76A0-DED1-4A14-B368-329156B457E1}" type="pres">
      <dgm:prSet presAssocID="{5D3910FD-BF17-495A-BFA7-60E11DCBBB9F}" presName="connectorText" presStyleLbl="sibTrans2D1" presStyleIdx="4" presStyleCnt="5"/>
      <dgm:spPr/>
    </dgm:pt>
  </dgm:ptLst>
  <dgm:cxnLst>
    <dgm:cxn modelId="{954AF717-C4A7-41BF-97F5-02F9B6298389}" srcId="{062E8D7F-FF97-4E0E-8C4D-BE9F2E942899}" destId="{65BE03B1-6736-4635-949C-04308ACFF257}" srcOrd="2" destOrd="0" parTransId="{48F936E7-044F-424C-86B4-114B3798BEEE}" sibTransId="{8B274389-2E05-4CE5-B05B-5ECDEF119E03}"/>
    <dgm:cxn modelId="{D81EEB18-E22E-484F-9EF3-B03C092328E0}" srcId="{062E8D7F-FF97-4E0E-8C4D-BE9F2E942899}" destId="{B503F703-E955-4A0C-982C-0B07464BD7E6}" srcOrd="4" destOrd="0" parTransId="{DFDBFABD-E7F8-436C-9D83-61C207FEB588}" sibTransId="{5D3910FD-BF17-495A-BFA7-60E11DCBBB9F}"/>
    <dgm:cxn modelId="{8C83FD31-CC7B-4C82-9889-1E42FB3D4DF0}" type="presOf" srcId="{0BB8F47F-F712-4099-87A8-2A657178FF3E}" destId="{672A2823-E6D3-403C-8032-45C5743036A7}" srcOrd="0" destOrd="0" presId="urn:microsoft.com/office/officeart/2005/8/layout/cycle2"/>
    <dgm:cxn modelId="{08EED632-A15A-41DA-9DAE-3DD0D0FA377C}" type="presOf" srcId="{616218B2-2497-4D37-9100-FEAC30A52834}" destId="{86202370-A485-4C7C-926A-1F8777405F85}" srcOrd="0" destOrd="0" presId="urn:microsoft.com/office/officeart/2005/8/layout/cycle2"/>
    <dgm:cxn modelId="{B3F27D53-4F14-42C6-9E0F-342343669C33}" type="presOf" srcId="{5D3910FD-BF17-495A-BFA7-60E11DCBBB9F}" destId="{FB3BDBAA-CE50-48AE-A287-DE9B9AE93108}" srcOrd="0" destOrd="0" presId="urn:microsoft.com/office/officeart/2005/8/layout/cycle2"/>
    <dgm:cxn modelId="{068EEF5E-E5CE-470F-B45D-268D79BD78DD}" srcId="{062E8D7F-FF97-4E0E-8C4D-BE9F2E942899}" destId="{616218B2-2497-4D37-9100-FEAC30A52834}" srcOrd="1" destOrd="0" parTransId="{43762581-3603-4FC8-92C6-9E8249AF3693}" sibTransId="{A07AE77F-98CF-4B7A-8335-D9C62DCABBDB}"/>
    <dgm:cxn modelId="{81435261-E7EF-40E7-A833-4935E2E4615D}" type="presOf" srcId="{5D3910FD-BF17-495A-BFA7-60E11DCBBB9F}" destId="{117B76A0-DED1-4A14-B368-329156B457E1}" srcOrd="1" destOrd="0" presId="urn:microsoft.com/office/officeart/2005/8/layout/cycle2"/>
    <dgm:cxn modelId="{97D9147D-67A2-4BCD-B004-48F2F0E4F7A8}" type="presOf" srcId="{8B274389-2E05-4CE5-B05B-5ECDEF119E03}" destId="{2F279756-820A-48AB-9E90-F75D6BB3ED2B}" srcOrd="1" destOrd="0" presId="urn:microsoft.com/office/officeart/2005/8/layout/cycle2"/>
    <dgm:cxn modelId="{082F8F7D-8084-49B7-B2B5-ECD37C007815}" type="presOf" srcId="{056013E2-C41E-40DC-B0FA-20B2F05E3E86}" destId="{0249CDCE-5C08-466F-A952-CDCF60955D10}" srcOrd="0" destOrd="0" presId="urn:microsoft.com/office/officeart/2005/8/layout/cycle2"/>
    <dgm:cxn modelId="{8BDB4A7E-DA93-48EC-84A3-A76CA5BC5036}" type="presOf" srcId="{062E8D7F-FF97-4E0E-8C4D-BE9F2E942899}" destId="{128F6E10-D235-4930-9FAB-BE456ECBEEC0}" srcOrd="0" destOrd="0" presId="urn:microsoft.com/office/officeart/2005/8/layout/cycle2"/>
    <dgm:cxn modelId="{DE611F89-8381-4348-BD82-9652B31B5CDE}" type="presOf" srcId="{0BB8F47F-F712-4099-87A8-2A657178FF3E}" destId="{9FC3DE5E-6A53-44A5-AA4E-EB938CC9434D}" srcOrd="1" destOrd="0" presId="urn:microsoft.com/office/officeart/2005/8/layout/cycle2"/>
    <dgm:cxn modelId="{2DDA048E-A21D-4C7C-A187-455A4147EA8D}" type="presOf" srcId="{B503F703-E955-4A0C-982C-0B07464BD7E6}" destId="{3CA77310-1ECB-4AB4-B523-D2D2B5FD7681}" srcOrd="0" destOrd="0" presId="urn:microsoft.com/office/officeart/2005/8/layout/cycle2"/>
    <dgm:cxn modelId="{24C94193-7129-4BF9-BFE0-AF42900DC9B7}" type="presOf" srcId="{0635A875-87B7-4797-B39A-3C9B34BB920E}" destId="{6593D019-91BF-460E-B6D2-59F1FDBBA3EF}" srcOrd="0" destOrd="0" presId="urn:microsoft.com/office/officeart/2005/8/layout/cycle2"/>
    <dgm:cxn modelId="{AF578D9D-BAE9-44AB-8486-230B684FB4CE}" type="presOf" srcId="{65BE03B1-6736-4635-949C-04308ACFF257}" destId="{1A3E4067-70E1-4291-925E-97F78960BC81}" srcOrd="0" destOrd="0" presId="urn:microsoft.com/office/officeart/2005/8/layout/cycle2"/>
    <dgm:cxn modelId="{C798EFA7-08D5-4D8D-95BB-E782C6308F95}" type="presOf" srcId="{B76441BF-617D-4D40-88D1-7EE51FF4CFDA}" destId="{E3304BFD-5FED-474C-8971-FDB79665A21E}" srcOrd="0" destOrd="0" presId="urn:microsoft.com/office/officeart/2005/8/layout/cycle2"/>
    <dgm:cxn modelId="{DAAD9EAB-8E03-4250-BF65-266C9E454F41}" type="presOf" srcId="{A07AE77F-98CF-4B7A-8335-D9C62DCABBDB}" destId="{A75F87BD-B22B-4EE8-931F-0852E9B434F7}" srcOrd="1" destOrd="0" presId="urn:microsoft.com/office/officeart/2005/8/layout/cycle2"/>
    <dgm:cxn modelId="{C25E6CBF-9819-4F8E-A2F0-08DB8E8F8091}" srcId="{062E8D7F-FF97-4E0E-8C4D-BE9F2E942899}" destId="{056013E2-C41E-40DC-B0FA-20B2F05E3E86}" srcOrd="0" destOrd="0" parTransId="{C5B07B35-17FB-4F23-A3D2-E7AA9ED47735}" sibTransId="{0635A875-87B7-4797-B39A-3C9B34BB920E}"/>
    <dgm:cxn modelId="{22C55FF3-4F3D-446B-9078-27C7F399D944}" type="presOf" srcId="{0635A875-87B7-4797-B39A-3C9B34BB920E}" destId="{01BE6F53-C958-4716-A22B-6D0157AB0E64}" srcOrd="1" destOrd="0" presId="urn:microsoft.com/office/officeart/2005/8/layout/cycle2"/>
    <dgm:cxn modelId="{893A01F4-7F5E-4007-8DAB-F3558B06C3A5}" type="presOf" srcId="{8B274389-2E05-4CE5-B05B-5ECDEF119E03}" destId="{A2AB6F93-B351-4A88-B890-B789CAAF9073}" srcOrd="0" destOrd="0" presId="urn:microsoft.com/office/officeart/2005/8/layout/cycle2"/>
    <dgm:cxn modelId="{E2FC6EF4-27E3-47F0-A4FF-15FD027D0BC1}" srcId="{062E8D7F-FF97-4E0E-8C4D-BE9F2E942899}" destId="{B76441BF-617D-4D40-88D1-7EE51FF4CFDA}" srcOrd="3" destOrd="0" parTransId="{492AF945-9ED2-4EC7-886D-FC5EF2CBBEA2}" sibTransId="{0BB8F47F-F712-4099-87A8-2A657178FF3E}"/>
    <dgm:cxn modelId="{1FACD9FE-C78D-4B27-B454-2AF5CB2B66C9}" type="presOf" srcId="{A07AE77F-98CF-4B7A-8335-D9C62DCABBDB}" destId="{EB33A9B0-112A-4A98-ABC7-02329D2C51CF}" srcOrd="0" destOrd="0" presId="urn:microsoft.com/office/officeart/2005/8/layout/cycle2"/>
    <dgm:cxn modelId="{7EE0C83C-1549-424C-AA88-B3D9CF39579C}" type="presParOf" srcId="{128F6E10-D235-4930-9FAB-BE456ECBEEC0}" destId="{0249CDCE-5C08-466F-A952-CDCF60955D10}" srcOrd="0" destOrd="0" presId="urn:microsoft.com/office/officeart/2005/8/layout/cycle2"/>
    <dgm:cxn modelId="{C0B29AEB-C607-4726-8172-A9D4F40B99C8}" type="presParOf" srcId="{128F6E10-D235-4930-9FAB-BE456ECBEEC0}" destId="{6593D019-91BF-460E-B6D2-59F1FDBBA3EF}" srcOrd="1" destOrd="0" presId="urn:microsoft.com/office/officeart/2005/8/layout/cycle2"/>
    <dgm:cxn modelId="{114CB67A-EF7E-41E1-8A7B-0EF775D03610}" type="presParOf" srcId="{6593D019-91BF-460E-B6D2-59F1FDBBA3EF}" destId="{01BE6F53-C958-4716-A22B-6D0157AB0E64}" srcOrd="0" destOrd="0" presId="urn:microsoft.com/office/officeart/2005/8/layout/cycle2"/>
    <dgm:cxn modelId="{75AA996F-96A0-4D27-98B8-204CA6545212}" type="presParOf" srcId="{128F6E10-D235-4930-9FAB-BE456ECBEEC0}" destId="{86202370-A485-4C7C-926A-1F8777405F85}" srcOrd="2" destOrd="0" presId="urn:microsoft.com/office/officeart/2005/8/layout/cycle2"/>
    <dgm:cxn modelId="{79E5B103-1A46-4F31-A2D9-144B34A48D14}" type="presParOf" srcId="{128F6E10-D235-4930-9FAB-BE456ECBEEC0}" destId="{EB33A9B0-112A-4A98-ABC7-02329D2C51CF}" srcOrd="3" destOrd="0" presId="urn:microsoft.com/office/officeart/2005/8/layout/cycle2"/>
    <dgm:cxn modelId="{705E330A-4494-4C4D-9478-42BBCDFE2D4B}" type="presParOf" srcId="{EB33A9B0-112A-4A98-ABC7-02329D2C51CF}" destId="{A75F87BD-B22B-4EE8-931F-0852E9B434F7}" srcOrd="0" destOrd="0" presId="urn:microsoft.com/office/officeart/2005/8/layout/cycle2"/>
    <dgm:cxn modelId="{80155F34-BF0A-431B-AE42-B1720A619D46}" type="presParOf" srcId="{128F6E10-D235-4930-9FAB-BE456ECBEEC0}" destId="{1A3E4067-70E1-4291-925E-97F78960BC81}" srcOrd="4" destOrd="0" presId="urn:microsoft.com/office/officeart/2005/8/layout/cycle2"/>
    <dgm:cxn modelId="{AB69F04F-5DA9-4316-8A6F-65BBBB0B4544}" type="presParOf" srcId="{128F6E10-D235-4930-9FAB-BE456ECBEEC0}" destId="{A2AB6F93-B351-4A88-B890-B789CAAF9073}" srcOrd="5" destOrd="0" presId="urn:microsoft.com/office/officeart/2005/8/layout/cycle2"/>
    <dgm:cxn modelId="{6F4897FB-9073-4CC6-9373-D0198E87EE54}" type="presParOf" srcId="{A2AB6F93-B351-4A88-B890-B789CAAF9073}" destId="{2F279756-820A-48AB-9E90-F75D6BB3ED2B}" srcOrd="0" destOrd="0" presId="urn:microsoft.com/office/officeart/2005/8/layout/cycle2"/>
    <dgm:cxn modelId="{A8E27878-DC03-430C-9CF7-F6E05DDF0C2C}" type="presParOf" srcId="{128F6E10-D235-4930-9FAB-BE456ECBEEC0}" destId="{E3304BFD-5FED-474C-8971-FDB79665A21E}" srcOrd="6" destOrd="0" presId="urn:microsoft.com/office/officeart/2005/8/layout/cycle2"/>
    <dgm:cxn modelId="{BE7E3BF9-5DB2-492C-AEC5-F42715A71855}" type="presParOf" srcId="{128F6E10-D235-4930-9FAB-BE456ECBEEC0}" destId="{672A2823-E6D3-403C-8032-45C5743036A7}" srcOrd="7" destOrd="0" presId="urn:microsoft.com/office/officeart/2005/8/layout/cycle2"/>
    <dgm:cxn modelId="{F2D62815-74E1-4B62-BE8F-32849A2B2198}" type="presParOf" srcId="{672A2823-E6D3-403C-8032-45C5743036A7}" destId="{9FC3DE5E-6A53-44A5-AA4E-EB938CC9434D}" srcOrd="0" destOrd="0" presId="urn:microsoft.com/office/officeart/2005/8/layout/cycle2"/>
    <dgm:cxn modelId="{10665B12-BE0F-40AC-AD6E-6B3C429A4EA9}" type="presParOf" srcId="{128F6E10-D235-4930-9FAB-BE456ECBEEC0}" destId="{3CA77310-1ECB-4AB4-B523-D2D2B5FD7681}" srcOrd="8" destOrd="0" presId="urn:microsoft.com/office/officeart/2005/8/layout/cycle2"/>
    <dgm:cxn modelId="{02921D18-6B19-4BF7-A607-2E0802BA987E}" type="presParOf" srcId="{128F6E10-D235-4930-9FAB-BE456ECBEEC0}" destId="{FB3BDBAA-CE50-48AE-A287-DE9B9AE93108}" srcOrd="9" destOrd="0" presId="urn:microsoft.com/office/officeart/2005/8/layout/cycle2"/>
    <dgm:cxn modelId="{A7A70EDB-2AE1-4E75-BCF3-F309BFBCB06C}" type="presParOf" srcId="{FB3BDBAA-CE50-48AE-A287-DE9B9AE93108}" destId="{117B76A0-DED1-4A14-B368-329156B457E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49CDCE-5C08-466F-A952-CDCF60955D10}">
      <dsp:nvSpPr>
        <dsp:cNvPr id="0" name=""/>
        <dsp:cNvSpPr/>
      </dsp:nvSpPr>
      <dsp:spPr>
        <a:xfrm>
          <a:off x="3364501" y="898"/>
          <a:ext cx="2179205" cy="21792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This is a smart object called SmartArt</a:t>
          </a:r>
        </a:p>
      </dsp:txBody>
      <dsp:txXfrm>
        <a:off x="3683638" y="320035"/>
        <a:ext cx="1540931" cy="1540931"/>
      </dsp:txXfrm>
    </dsp:sp>
    <dsp:sp modelId="{6593D019-91BF-460E-B6D2-59F1FDBBA3EF}">
      <dsp:nvSpPr>
        <dsp:cNvPr id="0" name=""/>
        <dsp:cNvSpPr/>
      </dsp:nvSpPr>
      <dsp:spPr>
        <a:xfrm rot="2160000">
          <a:off x="5474974" y="1675122"/>
          <a:ext cx="579888" cy="73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491586" y="1771091"/>
        <a:ext cx="405922" cy="441289"/>
      </dsp:txXfrm>
    </dsp:sp>
    <dsp:sp modelId="{86202370-A485-4C7C-926A-1F8777405F85}">
      <dsp:nvSpPr>
        <dsp:cNvPr id="0" name=""/>
        <dsp:cNvSpPr/>
      </dsp:nvSpPr>
      <dsp:spPr>
        <a:xfrm>
          <a:off x="6012685" y="1924916"/>
          <a:ext cx="2179205" cy="21792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Type ‘smart art’ in PowerPoint search</a:t>
          </a:r>
        </a:p>
      </dsp:txBody>
      <dsp:txXfrm>
        <a:off x="6331822" y="2244053"/>
        <a:ext cx="1540931" cy="1540931"/>
      </dsp:txXfrm>
    </dsp:sp>
    <dsp:sp modelId="{EB33A9B0-112A-4A98-ABC7-02329D2C51CF}">
      <dsp:nvSpPr>
        <dsp:cNvPr id="0" name=""/>
        <dsp:cNvSpPr/>
      </dsp:nvSpPr>
      <dsp:spPr>
        <a:xfrm rot="6480000">
          <a:off x="6311657" y="4187733"/>
          <a:ext cx="579888" cy="73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6425519" y="4252103"/>
        <a:ext cx="405922" cy="441289"/>
      </dsp:txXfrm>
    </dsp:sp>
    <dsp:sp modelId="{1A3E4067-70E1-4291-925E-97F78960BC81}">
      <dsp:nvSpPr>
        <dsp:cNvPr id="0" name=""/>
        <dsp:cNvSpPr/>
      </dsp:nvSpPr>
      <dsp:spPr>
        <a:xfrm>
          <a:off x="5001169" y="5038043"/>
          <a:ext cx="2179205" cy="21792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Then pick one that suites your needs</a:t>
          </a:r>
        </a:p>
      </dsp:txBody>
      <dsp:txXfrm>
        <a:off x="5320306" y="5357180"/>
        <a:ext cx="1540931" cy="1540931"/>
      </dsp:txXfrm>
    </dsp:sp>
    <dsp:sp modelId="{A2AB6F93-B351-4A88-B890-B789CAAF9073}">
      <dsp:nvSpPr>
        <dsp:cNvPr id="0" name=""/>
        <dsp:cNvSpPr/>
      </dsp:nvSpPr>
      <dsp:spPr>
        <a:xfrm rot="10800000">
          <a:off x="4180572" y="5759905"/>
          <a:ext cx="579888" cy="73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4354538" y="5907001"/>
        <a:ext cx="405922" cy="441289"/>
      </dsp:txXfrm>
    </dsp:sp>
    <dsp:sp modelId="{E3304BFD-5FED-474C-8971-FDB79665A21E}">
      <dsp:nvSpPr>
        <dsp:cNvPr id="0" name=""/>
        <dsp:cNvSpPr/>
      </dsp:nvSpPr>
      <dsp:spPr>
        <a:xfrm>
          <a:off x="1727834" y="5038043"/>
          <a:ext cx="2179205" cy="21792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You can also change the type of SmartArt</a:t>
          </a:r>
        </a:p>
      </dsp:txBody>
      <dsp:txXfrm>
        <a:off x="2046971" y="5357180"/>
        <a:ext cx="1540931" cy="1540931"/>
      </dsp:txXfrm>
    </dsp:sp>
    <dsp:sp modelId="{672A2823-E6D3-403C-8032-45C5743036A7}">
      <dsp:nvSpPr>
        <dsp:cNvPr id="0" name=""/>
        <dsp:cNvSpPr/>
      </dsp:nvSpPr>
      <dsp:spPr>
        <a:xfrm rot="15120000">
          <a:off x="2026805" y="4218950"/>
          <a:ext cx="579888" cy="73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2140667" y="4448772"/>
        <a:ext cx="405922" cy="441289"/>
      </dsp:txXfrm>
    </dsp:sp>
    <dsp:sp modelId="{3CA77310-1ECB-4AB4-B523-D2D2B5FD7681}">
      <dsp:nvSpPr>
        <dsp:cNvPr id="0" name=""/>
        <dsp:cNvSpPr/>
      </dsp:nvSpPr>
      <dsp:spPr>
        <a:xfrm>
          <a:off x="716317" y="1924916"/>
          <a:ext cx="2179205" cy="21792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Really handy to show processes</a:t>
          </a:r>
        </a:p>
      </dsp:txBody>
      <dsp:txXfrm>
        <a:off x="1035454" y="2244053"/>
        <a:ext cx="1540931" cy="1540931"/>
      </dsp:txXfrm>
    </dsp:sp>
    <dsp:sp modelId="{FB3BDBAA-CE50-48AE-A287-DE9B9AE93108}">
      <dsp:nvSpPr>
        <dsp:cNvPr id="0" name=""/>
        <dsp:cNvSpPr/>
      </dsp:nvSpPr>
      <dsp:spPr>
        <a:xfrm rot="19440000">
          <a:off x="2826790" y="1694415"/>
          <a:ext cx="579888" cy="7354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843402" y="1892638"/>
        <a:ext cx="405922" cy="4412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8T20:48:30.4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7600,'83'1,"0"3,151 28,487 136,-114-23,1570 243,-1900-342,216 31,-150-37,267 35,-195-12,690 91,715-69,-727-68,-182-1,1327-13,-1287-5,-317-11,-16-50,186-115,-584 110,327-150,-501 197,152-72,216-135,259-262,-268 185,-314 239,428-323,-406 294,-5-4,134-158,-150 143,-6-4,72-129,-113 166,-3-3,-4-1,-4-2,28-111,-27 37,-7-2,10-245,-33-331,-8 551,2 116,-6-217,2 218,-28-140,6 112,-61-146,-61-85,120 269,-387-707,330 619,78 134,-150-252,109 192,-83-96,110 147,-1 1,-1 1,-1 1,-44-29,45 39,1 0,-2 1,1 1,-1 1,-40-6,-34-12,32 4,2-3,-85-46,56 21,-3 4,-133-43,202 78,0-1,0-1,-28-20,25 15,-56-25,-69-6,111 37,23 4,0 0,1-2,-27-16,30 15,-1 1,1 1,-1 1,-32-9,30 14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8T20:48:30.4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1130 41,'0'-1,"-1"0,1 0,0 0,0 0,-1 0,1 0,-1-1,1 1,-1 0,1 0,-1 0,1 1,-1-1,0 0,0 0,0 0,1 0,-1 1,0-1,0 0,0 1,0-1,0 1,0-1,-2 0,-33-8,-1 4,0 2,0 2,-1 2,1 1,0 1,0 2,0 2,1 2,-45 16,30-6,1 3,1 2,1 2,1 2,-78 63,63-42,12-11,-74 75,117-106,0 1,1-1,0 2,0-1,1 1,-6 11,10-17,0 0,0 0,0 0,0 0,1 0,-1 1,1-1,0 0,0 0,0 0,0 1,0-1,1 0,0 0,-1 0,1 0,0 0,1 0,-1 0,0 0,1 0,0 0,2 2,67 74,-5-6,-58-63,42 52,2-1,93 82,57 11,-123-96,95 56,-13-10,-106-61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8T20:48:30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2081 458 24575,'-1'-1'0,"1"0"0,0 1 0,-1-1 0,1 0 0,0 0 0,-1 0 0,1 0 0,-1 0 0,1 1 0,-1-1 0,0 0 0,1 0 0,-1 1 0,0-1 0,1 0 0,-1 1 0,0-1 0,0 1 0,0-1 0,1 1 0,-1-1 0,0 1 0,0 0 0,0-1 0,0 1 0,-1 0 0,-31-7 0,26 6 0,-125-27 0,2-5 0,-203-80 0,262 86 0,-175-62 0,179 68 0,-119-21 0,28 5 0,118 25 0,-1 2 0,-82-10 0,114 20 0,-1-1 0,1 2 0,-1-1 0,1 2 0,-1-1 0,1 1 0,0 1 0,0-1 0,0 1 0,0 1 0,0 0 0,1 0 0,-1 1 0,1 0 0,0 0 0,1 1 0,0 0 0,-1 1 0,2-1 0,-1 1 0,1 0 0,0 1 0,1 0 0,-1 0 0,-4 10 0,-15 23 0,-57 68 0,-1 2 0,72-93 0,0 0 0,1 1 0,1 1 0,-10 31 0,9-16 0,3 0 0,1 0 0,-3 60 0,14 110 0,-3-183 0,0-1 0,2 1 0,1-1 0,1 1 0,0-1 0,13 28 0,-11-34 0,1 0 0,0 0 0,1-1 0,0 0 0,1 0 0,1-1 0,0-1 0,22 18 0,17 7 0,0-2 0,2-3 0,85 39 0,182 48 0,-273-107 0,0-2 0,1-2 0,0-3 0,0-1 0,0-2 0,91-9 0,-110 2 0,-1-1 0,0-1 0,0-2 0,0 0 0,30-16 0,49-17 0,56-18 0,19-5 0,-151 56 0,-2 0 0,1-2 0,-1-1 0,-1-1 0,0-2 0,-1 0 0,27-22 0,-49 33 0,-1-1 0,1 1 0,-1-1 0,0 0 0,0 0 0,0-1 0,-1 1 0,1-1 0,-2 0 0,1 0 0,-1 0 0,3-8 0,0-9 0,0 1 0,1-28 0,0 1 0,8-44 0,-4-1 0,-4 0 0,-8-129 0,1 213 0,-1 0 0,1 1 0,-2-1 0,1 1 0,-1 0 0,-1-1 0,0 1 0,0 1 0,0-1 0,-10-12 0,-2 0 0,-2 1 0,-31-28 0,40 39 0,-11-10 0,-1 1 0,-1 1 0,0 0 0,-38-19 0,42 27 0,0 1 0,-1 1 0,0 1 0,0 0 0,-1 1 0,1 2 0,-29-3 0,-196 0-902,223 6 439,-139 0-6363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8T20:48:30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2971 218 24575,'-650'-43'0,"543"32"0,-496-21 0,-6 32 0,246 2 0,293-3 0,24-1 0,-66 6 0,98-3 0,1 1 0,0 1 0,-1 0 0,1 1 0,0 0 0,0 1 0,1 1 0,0 0 0,-16 10 0,4 1 0,1 2 0,1 0 0,0 1 0,2 1 0,0 1 0,-29 43 0,37-46 0,1 0 0,1 0 0,1 1 0,0 1 0,2-1 0,0 1 0,1 0 0,2 1 0,-5 35 0,8-32 0,0 0 0,2 0 0,0 0 0,2 0 0,1-1 0,1 1 0,1-1 0,12 33 0,-12-44 0,-1 0 0,2-1 0,0 0 0,0 0 0,1-1 0,0 0 0,1 0 0,1-1 0,-1 0 0,2-1 0,-1 0 0,1 0 0,1-1 0,-1-1 0,1 0 0,24 10 0,0-5 0,63 14 0,-39-12 0,425 71 0,-282-56 0,172 1 0,2-31 0,-166-2 0,34 5 0,271-7 0,-464 2 0,-1-2 0,1-2 0,-1-3 0,-1-2 0,0-1 0,63-28 0,-88 30 0,0-2 0,0-1 0,-1-1 0,-1-1 0,33-29 0,-41 30 0,0-1 0,-1 0 0,-1-1 0,0 0 0,-1-1 0,-1 0 0,-1-1 0,9-21 0,88-216 0,-99 236 0,0-1 0,-2 0 0,0 0 0,4-40 0,-6 14 0,-2-54 0,-3 95 0,1-1 0,-1 1 0,0 0 0,0-1 0,-1 1 0,0 0 0,0 0 0,0 0 0,-1 1 0,0-1 0,0 0 0,-6-8 0,2 6 0,0 0 0,-1 1 0,0-1 0,0 2 0,0-1 0,-19-10 0,-6 0 0,-1 2 0,0 1 0,-50-13 0,54 18 0,-32-9 0,-1 2 0,0 2 0,-1 4 0,-1 2 0,-97 2 0,-287 12 0,376-4-455,0 4 0,-126 27 0,135-18-6371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8T20:48:30.4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5128,'0'398,"3"-328,3-1,3 0,3-1,3 0,3-1,3 0,33 71,6-9,6-2,123 177,78 71,-74-107,5 23,-28 7,1 74,40 80,-141-317,108 154,222 230,-312-409,18 18,150 140,-158-171,-34-32,3-2,99 72,254 152,-281-199,3-6,263 109,320 71,-482-179,-134-46,660 234,-497-172,843 300,-880-319,513 164,-457-162,57 17,531 145,-505-149,760 174,-1012-241,1328 312,120-24,-200-158,1-108,-1191-49,428-2,-12-32,-482 19,-2-5,0-5,-1-5,145-57,-168 48,-1-3,-2-4,-2-4,-2-3,113-96,-116 80,-3-4,-3-3,-4-3,76-111,-16-21,114-257,29-177,-194 451,82-199,76-189,-30-5,-10-171,-127 48,-71-5,3 698,-4-132,-45-284,-136-203,-77-89,93 267,-83-230,144 404,-176-326,-69-41,-90-196,206 386,124 255,-197-269,237 373,-166-218,172 238,-132-124,131 143,28 23,-1 3,-74-51,97 78,0 1,0 1,0 0,-1 2,0 0,0 1,0 1,-30-2,-15-2,-6-3,2-4,0-2,-89-33,-37-33,-184-67,335 138,-49-7,-18-4,28 2,0 4,-85-5,-163 8,292 14,38-1,0 0,-1 0,1 0,0 0,0-1,0 1,-1 0,1 0,0 0,0 0,-1 0,1 0,0 0,0 0,-1 0,1 0,0 0,0 1,0-1,-1 0,1 0,0 0,0 0,-1 0,1 0,0 0,0 1,0-1,0 0,-1 0,1 0,0 0,0 1,0-1,0 0,0 0,-1 0,1 1,0-1,0 0,0 0,0 1,0-1,0 0,0 0,0 1,0-1,0 0,0 0,0 0,0 1,0-1,0 0,0 0,0 1,0-1,0 0,1 0,-1 1,0-1,0 0,0 0,0 0,0 0,1 1,-1-1,14 9,11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8T20:48:30.4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1069 25,'0'-1,"0"0,-1 0,1 0,0 0,0 0,-1 0,1 0,0 0,-1 0,1 0,-1 0,1 0,-1 0,0 0,1 0,-1 1,0-1,0 0,1 0,-1 1,0-1,0 1,0-1,0 0,0 1,0 0,0-1,0 1,0 0,0-1,0 1,0 0,0 0,0 0,0 0,0 0,-3 0,-40 7,11 4,1 2,0 1,1 1,1 2,-37 27,43-29,-66 45,3 4,3 4,3 3,3 4,3 3,-65 90,116-136,-19 36,36-55,0 0,1 0,1 1,0 0,-5 26,9-36,0-1,0 1,1 0,-1 0,1-1,0 1,1 0,-1 0,0-1,1 1,0 0,0 0,0-1,0 1,1-1,0 1,-1-1,1 0,0 0,1 0,-1 0,0 0,1 0,0 0,-1-1,1 1,0-1,0 0,1 0,-1 0,0 0,1-1,-1 1,8 1,15 3,0-1,1-1,43 1,11 1,153 31,252 75,-90-1,-332-92,73 32,-74-20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2206F-7194-4E11-805A-5295AF5385CE}" type="datetimeFigureOut">
              <a:rPr lang="en-GB" smtClean="0"/>
              <a:t>28/02/2024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DB113-0FB7-4D54-B6D0-41FA06BF0F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568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0011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800056" algn="l" defTabSz="160011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600112" algn="l" defTabSz="160011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400170" algn="l" defTabSz="160011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200226" algn="l" defTabSz="160011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4000282" algn="l" defTabSz="160011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800337" algn="l" defTabSz="160011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600393" algn="l" defTabSz="160011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400449" algn="l" defTabSz="160011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4600" y="1143000"/>
            <a:ext cx="4368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DB113-0FB7-4D54-B6D0-41FA06BF0F9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021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28/02/2024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271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28/02/2024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529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/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75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75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28/02/2024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054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28/02/2024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38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28/02/2024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589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28/02/2024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84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28/02/2024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5889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28/02/2024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043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28/02/2024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5983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28/02/2024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15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28/02/2024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62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1CABE-BD8A-4ED8-BE60-32148880DEC7}" type="datetimeFigureOut">
              <a:rPr lang="en-GB" smtClean="0"/>
              <a:t>28/02/2024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115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customXml" Target="../ink/ink3.xml"/><Relationship Id="rId18" Type="http://schemas.openxmlformats.org/officeDocument/2006/relationships/customXml" Target="../ink/ink5.xml"/><Relationship Id="rId3" Type="http://schemas.openxmlformats.org/officeDocument/2006/relationships/diagramData" Target="../diagrams/data1.xml"/><Relationship Id="rId21" Type="http://schemas.openxmlformats.org/officeDocument/2006/relationships/image" Target="../media/image8.png"/><Relationship Id="rId7" Type="http://schemas.microsoft.com/office/2007/relationships/diagramDrawing" Target="../diagrams/drawing1.xml"/><Relationship Id="rId12" Type="http://schemas.openxmlformats.org/officeDocument/2006/relationships/image" Target="../media/image3.png"/><Relationship Id="rId1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5.png"/><Relationship Id="rId20" Type="http://schemas.openxmlformats.org/officeDocument/2006/relationships/customXml" Target="../ink/ink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customXml" Target="../ink/ink2.xml"/><Relationship Id="rId5" Type="http://schemas.openxmlformats.org/officeDocument/2006/relationships/diagramQuickStyle" Target="../diagrams/quickStyle1.xml"/><Relationship Id="rId15" Type="http://schemas.openxmlformats.org/officeDocument/2006/relationships/customXml" Target="../ink/ink4.xml"/><Relationship Id="rId23" Type="http://schemas.openxmlformats.org/officeDocument/2006/relationships/image" Target="../media/image10.png"/><Relationship Id="rId10" Type="http://schemas.openxmlformats.org/officeDocument/2006/relationships/image" Target="../media/image2.png"/><Relationship Id="rId19" Type="http://schemas.openxmlformats.org/officeDocument/2006/relationships/image" Target="../media/image7.png"/><Relationship Id="rId4" Type="http://schemas.openxmlformats.org/officeDocument/2006/relationships/diagramLayout" Target="../diagrams/layout1.xml"/><Relationship Id="rId9" Type="http://schemas.openxmlformats.org/officeDocument/2006/relationships/customXml" Target="../ink/ink1.xml"/><Relationship Id="rId14" Type="http://schemas.openxmlformats.org/officeDocument/2006/relationships/image" Target="../media/image4.png"/><Relationship Id="rId2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4D5543D-B68D-347C-19A9-9B21B09714FE}"/>
              </a:ext>
            </a:extLst>
          </p:cNvPr>
          <p:cNvGrpSpPr/>
          <p:nvPr/>
        </p:nvGrpSpPr>
        <p:grpSpPr>
          <a:xfrm rot="20502817">
            <a:off x="1268117" y="1368822"/>
            <a:ext cx="5505086" cy="5597350"/>
            <a:chOff x="5103015" y="3625388"/>
            <a:chExt cx="7794172" cy="792480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6" name="Rectangle: Folded Corner 3">
              <a:extLst>
                <a:ext uri="{FF2B5EF4-FFF2-40B4-BE49-F238E27FC236}">
                  <a16:creationId xmlns:a16="http://schemas.microsoft.com/office/drawing/2014/main" id="{F81F82FD-A452-FEE6-D3E5-80FF01CBAB7D}"/>
                </a:ext>
              </a:extLst>
            </p:cNvPr>
            <p:cNvSpPr/>
            <p:nvPr/>
          </p:nvSpPr>
          <p:spPr>
            <a:xfrm>
              <a:off x="5103015" y="3625388"/>
              <a:ext cx="7794172" cy="7924800"/>
            </a:xfrm>
            <a:prstGeom prst="foldedCorne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271" dirty="0" err="1">
                  <a:latin typeface="Arial" panose="020B0604020202020204" pitchFamily="34" charset="0"/>
                  <a:cs typeface="Arial" panose="020B0604020202020204" pitchFamily="34" charset="0"/>
                </a:rPr>
                <a:t>Thr</a:t>
              </a:r>
              <a:endParaRPr lang="en-GB" sz="127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3">
              <a:extLst>
                <a:ext uri="{FF2B5EF4-FFF2-40B4-BE49-F238E27FC236}">
                  <a16:creationId xmlns:a16="http://schemas.microsoft.com/office/drawing/2014/main" id="{2BD9FC53-54AE-421A-7308-D3D0AEA34863}"/>
                </a:ext>
              </a:extLst>
            </p:cNvPr>
            <p:cNvSpPr txBox="1"/>
            <p:nvPr/>
          </p:nvSpPr>
          <p:spPr>
            <a:xfrm rot="21592791">
              <a:off x="5469655" y="4667260"/>
              <a:ext cx="6977087" cy="55460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5085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 PowerPoint objects in clever  ways…</a:t>
              </a:r>
            </a:p>
            <a:p>
              <a:r>
                <a:rPr lang="en-GB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simply a text box, with white text on top of an object</a:t>
              </a:r>
            </a:p>
          </p:txBody>
        </p:sp>
      </p:grpSp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78E9BD12-FA37-81BB-F07F-934F30A0F7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9232815"/>
              </p:ext>
            </p:extLst>
          </p:nvPr>
        </p:nvGraphicFramePr>
        <p:xfrm>
          <a:off x="20724556" y="388869"/>
          <a:ext cx="8908209" cy="7218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C6C2A02-82B0-5CDC-6CF5-679ED71D65BF}"/>
              </a:ext>
            </a:extLst>
          </p:cNvPr>
          <p:cNvSpPr txBox="1"/>
          <p:nvPr/>
        </p:nvSpPr>
        <p:spPr>
          <a:xfrm>
            <a:off x="7720773" y="3474536"/>
            <a:ext cx="1304931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This is Arial 36 a good for subheading</a:t>
            </a:r>
          </a:p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You can go smaller for sub-sub-headings, but be careful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This is Arial 28 font size for normal text, which is generally acceptable for A1 posters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Use the zoom control to view ‘full size’ A1 on-screen: important when organising and pasting images to ensure quality. This is located on the bottom right of PowerPoint: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140EF1-4C17-5E89-E713-D886F9E70353}"/>
              </a:ext>
            </a:extLst>
          </p:cNvPr>
          <p:cNvSpPr txBox="1"/>
          <p:nvPr/>
        </p:nvSpPr>
        <p:spPr>
          <a:xfrm>
            <a:off x="20989941" y="7822840"/>
            <a:ext cx="8908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Figure 1: Demonstration of SmartArt in PowerPoint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4CD97EC-F041-B092-6D3D-788065627C33}"/>
              </a:ext>
            </a:extLst>
          </p:cNvPr>
          <p:cNvGrpSpPr/>
          <p:nvPr/>
        </p:nvGrpSpPr>
        <p:grpSpPr>
          <a:xfrm>
            <a:off x="528988" y="8552605"/>
            <a:ext cx="14070124" cy="10448007"/>
            <a:chOff x="9606915" y="22781630"/>
            <a:chExt cx="11144250" cy="4514850"/>
          </a:xfrm>
        </p:grpSpPr>
        <p:sp>
          <p:nvSpPr>
            <p:cNvPr id="40" name="Rectangle: Rounded Corners 7">
              <a:extLst>
                <a:ext uri="{FF2B5EF4-FFF2-40B4-BE49-F238E27FC236}">
                  <a16:creationId xmlns:a16="http://schemas.microsoft.com/office/drawing/2014/main" id="{06A5934D-A672-0B8E-FEF8-FD4F89C2C38A}"/>
                </a:ext>
              </a:extLst>
            </p:cNvPr>
            <p:cNvSpPr/>
            <p:nvPr/>
          </p:nvSpPr>
          <p:spPr>
            <a:xfrm>
              <a:off x="9606915" y="22781630"/>
              <a:ext cx="11144250" cy="4514850"/>
            </a:xfrm>
            <a:prstGeom prst="roundRect">
              <a:avLst>
                <a:gd name="adj" fmla="val 7650"/>
              </a:avLst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3FD452C-8C87-7061-8C58-0D543AF70F4D}"/>
                </a:ext>
              </a:extLst>
            </p:cNvPr>
            <p:cNvGrpSpPr/>
            <p:nvPr/>
          </p:nvGrpSpPr>
          <p:grpSpPr>
            <a:xfrm>
              <a:off x="9738360" y="22882444"/>
              <a:ext cx="10881360" cy="4310634"/>
              <a:chOff x="4386892" y="25619878"/>
              <a:chExt cx="10881360" cy="4310634"/>
            </a:xfrm>
          </p:grpSpPr>
          <p:sp>
            <p:nvSpPr>
              <p:cNvPr id="42" name="Rectangle: Rounded Corners 9">
                <a:extLst>
                  <a:ext uri="{FF2B5EF4-FFF2-40B4-BE49-F238E27FC236}">
                    <a16:creationId xmlns:a16="http://schemas.microsoft.com/office/drawing/2014/main" id="{67E4A9DB-7E93-3581-7E20-0FAF33254245}"/>
                  </a:ext>
                </a:extLst>
              </p:cNvPr>
              <p:cNvSpPr/>
              <p:nvPr/>
            </p:nvSpPr>
            <p:spPr>
              <a:xfrm>
                <a:off x="4386892" y="25619878"/>
                <a:ext cx="10881360" cy="4310634"/>
              </a:xfrm>
              <a:prstGeom prst="roundRect">
                <a:avLst>
                  <a:gd name="adj" fmla="val 5754"/>
                </a:avLst>
              </a:prstGeom>
              <a:solidFill>
                <a:schemeClr val="bg1"/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C8A4BD3-F405-7FC0-481B-3D5254A95472}"/>
                  </a:ext>
                </a:extLst>
              </p:cNvPr>
              <p:cNvSpPr txBox="1"/>
              <p:nvPr/>
            </p:nvSpPr>
            <p:spPr>
              <a:xfrm>
                <a:off x="4671706" y="25719725"/>
                <a:ext cx="10479102" cy="413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Placing text boxes onto shapes is the easiest way create professional looking objects.</a:t>
                </a:r>
              </a:p>
              <a:p>
                <a:endParaRPr lang="en-GB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GB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Use good contrasting colours!</a:t>
                </a:r>
              </a:p>
              <a:p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Here the white background is created using a second shape on top of a larger grey shape. PLUS,  a ‘text box’ on top. It looks like it is in this box, but comprises of 3 objects: rounded grey rectangle, rounded white rectangle and text box</a:t>
                </a:r>
              </a:p>
              <a:p>
                <a:endParaRPr lang="en-GB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GB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Grouping objects</a:t>
                </a:r>
              </a:p>
              <a:p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If you select all objects &gt; right mouse, click &gt; group.  ‘group them’ and then they become like one object!  Selecting Ctrl + left mouse allows you to select specific objects in grouped objects.</a:t>
                </a:r>
              </a:p>
              <a:p>
                <a:endParaRPr lang="en-GB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GB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Try expanding this box</a:t>
                </a:r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– and rotating (choose the highest/top rotate option to move all objects) N.B. When resizing, you may need to modify the text size manually. Occasionally when stretching/resizing, it will require some adjustment of the object corners. Overall, it is much easier to have them grouped, as you can arrange them easily.</a:t>
                </a:r>
              </a:p>
              <a:p>
                <a:endParaRPr lang="en-GB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GB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Placing objects ‘in front’, ‘behind’  each other. </a:t>
                </a:r>
                <a:r>
                  <a:rPr lang="en-GB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Right clicking objects gives you options to place them - Practise doing this on basic objects first, then you can be more adventurous, and apply it to complex ones.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6B84A25-5069-10AD-E38E-2C27DF119FBF}"/>
              </a:ext>
            </a:extLst>
          </p:cNvPr>
          <p:cNvGrpSpPr/>
          <p:nvPr/>
        </p:nvGrpSpPr>
        <p:grpSpPr>
          <a:xfrm>
            <a:off x="13092182" y="8346060"/>
            <a:ext cx="7401460" cy="5944099"/>
            <a:chOff x="13293550" y="20256280"/>
            <a:chExt cx="7401460" cy="5944099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082AFC2-15CF-3F36-014D-3410FD3A4E53}"/>
                </a:ext>
              </a:extLst>
            </p:cNvPr>
            <p:cNvGrpSpPr/>
            <p:nvPr/>
          </p:nvGrpSpPr>
          <p:grpSpPr>
            <a:xfrm>
              <a:off x="13293550" y="20256280"/>
              <a:ext cx="7401460" cy="5944099"/>
              <a:chOff x="12603000" y="21122861"/>
              <a:chExt cx="7401460" cy="5944099"/>
            </a:xfrm>
          </p:grpSpPr>
          <p:pic>
            <p:nvPicPr>
              <p:cNvPr id="51" name="Picture 50" descr="Graphical user interface, text&#10;&#10;Description automatically generated">
                <a:extLst>
                  <a:ext uri="{FF2B5EF4-FFF2-40B4-BE49-F238E27FC236}">
                    <a16:creationId xmlns:a16="http://schemas.microsoft.com/office/drawing/2014/main" id="{B8820DF3-304C-1247-44C3-2B27E0A78D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189896" y="21122861"/>
                <a:ext cx="5814564" cy="5890770"/>
              </a:xfrm>
              <a:prstGeom prst="rect">
                <a:avLst/>
              </a:prstGeom>
            </p:spPr>
          </p:pic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52" name="Ink 51">
                    <a:extLst>
                      <a:ext uri="{FF2B5EF4-FFF2-40B4-BE49-F238E27FC236}">
                        <a16:creationId xmlns:a16="http://schemas.microsoft.com/office/drawing/2014/main" id="{E3DAD3B9-5831-10E9-4213-9E1BC1AD58AF}"/>
                      </a:ext>
                    </a:extLst>
                  </p14:cNvPr>
                  <p14:cNvContentPartPr/>
                  <p14:nvPr/>
                </p14:nvContentPartPr>
                <p14:xfrm>
                  <a:off x="12603000" y="23857560"/>
                  <a:ext cx="7364160" cy="3209400"/>
                </p14:xfrm>
              </p:contentPart>
            </mc:Choice>
            <mc:Fallback xmlns=""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E534A149-65C0-805B-9630-738F9E6E0D7D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549000" y="23749560"/>
                    <a:ext cx="7471800" cy="34250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9FFCA70-9806-B9F5-D453-214C161D213D}"/>
                </a:ext>
              </a:extLst>
            </p:cNvPr>
            <p:cNvGrpSpPr/>
            <p:nvPr/>
          </p:nvGrpSpPr>
          <p:grpSpPr>
            <a:xfrm>
              <a:off x="16274040" y="22667339"/>
              <a:ext cx="3431160" cy="647280"/>
              <a:chOff x="15664440" y="23517720"/>
              <a:chExt cx="3431160" cy="647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3FFA94D9-F300-FCA0-3DEA-A25BE66BAA12}"/>
                      </a:ext>
                    </a:extLst>
                  </p14:cNvPr>
                  <p14:cNvContentPartPr/>
                  <p14:nvPr/>
                </p14:nvContentPartPr>
                <p14:xfrm>
                  <a:off x="18688800" y="23622480"/>
                  <a:ext cx="406800" cy="542520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C07147FA-6CF4-D87E-20DC-59FE4657D8B6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8635160" y="23514480"/>
                    <a:ext cx="514440" cy="75816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5BF600F5-BCDB-06D6-A69E-B9AFBD7BAF80}"/>
                  </a:ext>
                </a:extLst>
              </p:cNvPr>
              <p:cNvGrpSpPr/>
              <p:nvPr/>
            </p:nvGrpSpPr>
            <p:grpSpPr>
              <a:xfrm>
                <a:off x="15664440" y="23517720"/>
                <a:ext cx="2914200" cy="609120"/>
                <a:chOff x="15664440" y="23517720"/>
                <a:chExt cx="2914200" cy="60912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13">
                  <p14:nvContentPartPr>
                    <p14:cNvPr id="49" name="Ink 48">
                      <a:extLst>
                        <a:ext uri="{FF2B5EF4-FFF2-40B4-BE49-F238E27FC236}">
                          <a16:creationId xmlns:a16="http://schemas.microsoft.com/office/drawing/2014/main" id="{B15DD8D3-AADB-6546-5944-756E2FB5435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7782680" y="23517720"/>
                    <a:ext cx="795960" cy="564840"/>
                  </p14:xfrm>
                </p:contentPart>
              </mc:Choice>
              <mc:Fallback xmlns="">
                <p:pic>
                  <p:nvPicPr>
                    <p:cNvPr id="22" name="Ink 21">
                      <a:extLst>
                        <a:ext uri="{FF2B5EF4-FFF2-40B4-BE49-F238E27FC236}">
                          <a16:creationId xmlns:a16="http://schemas.microsoft.com/office/drawing/2014/main" id="{7AA245F8-44D3-0696-B969-AA248ADE4968}"/>
                        </a:ext>
                      </a:extLst>
                    </p:cNvPr>
                    <p:cNvPicPr/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17774040" y="23508720"/>
                      <a:ext cx="813600" cy="5824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5">
                  <p14:nvContentPartPr>
                    <p14:cNvPr id="50" name="Ink 49">
                      <a:extLst>
                        <a:ext uri="{FF2B5EF4-FFF2-40B4-BE49-F238E27FC236}">
                          <a16:creationId xmlns:a16="http://schemas.microsoft.com/office/drawing/2014/main" id="{2FD5CA48-FBCD-24DB-AC50-E7BE42187B0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664440" y="23680440"/>
                    <a:ext cx="1329840" cy="446400"/>
                  </p14:xfrm>
                </p:contentPart>
              </mc:Choice>
              <mc:Fallback xmlns="">
                <p:pic>
                  <p:nvPicPr>
                    <p:cNvPr id="23" name="Ink 22">
                      <a:extLst>
                        <a:ext uri="{FF2B5EF4-FFF2-40B4-BE49-F238E27FC236}">
                          <a16:creationId xmlns:a16="http://schemas.microsoft.com/office/drawing/2014/main" id="{C6833248-B5DB-B0E5-DD25-D59150348B7E}"/>
                        </a:ext>
                      </a:extLst>
                    </p:cNvPr>
                    <p:cNvPicPr/>
                    <p:nvPr/>
                  </p:nvPicPr>
                  <p:blipFill>
                    <a:blip r:embed="rId16"/>
                    <a:stretch>
                      <a:fillRect/>
                    </a:stretch>
                  </p:blipFill>
                  <p:spPr>
                    <a:xfrm>
                      <a:off x="15655440" y="23671800"/>
                      <a:ext cx="1347480" cy="46404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D0934D7-DD14-3AD2-AFF3-89510EDA59AE}"/>
              </a:ext>
            </a:extLst>
          </p:cNvPr>
          <p:cNvGrpSpPr/>
          <p:nvPr/>
        </p:nvGrpSpPr>
        <p:grpSpPr>
          <a:xfrm>
            <a:off x="12814140" y="15030416"/>
            <a:ext cx="7959960" cy="5977639"/>
            <a:chOff x="13045887" y="24217900"/>
            <a:chExt cx="7959960" cy="5977639"/>
          </a:xfrm>
        </p:grpSpPr>
        <p:pic>
          <p:nvPicPr>
            <p:cNvPr id="54" name="Picture 53" descr="Graphical user interface, text&#10;&#10;Description automatically generated">
              <a:extLst>
                <a:ext uri="{FF2B5EF4-FFF2-40B4-BE49-F238E27FC236}">
                  <a16:creationId xmlns:a16="http://schemas.microsoft.com/office/drawing/2014/main" id="{52EF4312-C1C0-106B-6636-7288CA851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82672" y="24217900"/>
              <a:ext cx="5029636" cy="5730737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051787A-7ED5-2110-A254-BAEE5B8E9366}"/>
                    </a:ext>
                  </a:extLst>
                </p14:cNvPr>
                <p14:cNvContentPartPr/>
                <p14:nvPr/>
              </p14:nvContentPartPr>
              <p14:xfrm>
                <a:off x="13045887" y="25021619"/>
                <a:ext cx="7959960" cy="5173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D99293C-2DE9-AD6A-ECB4-04147A86C19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991887" y="24913979"/>
                  <a:ext cx="8067600" cy="538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3DED2B3-77EE-C56B-5D8C-367FF51571EC}"/>
                    </a:ext>
                  </a:extLst>
                </p14:cNvPr>
                <p14:cNvContentPartPr/>
                <p14:nvPr/>
              </p14:nvContentPartPr>
              <p14:xfrm>
                <a:off x="18730408" y="24765479"/>
                <a:ext cx="604080" cy="512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9AB7032-04F6-3733-56BB-5D80E1486AC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676408" y="24657839"/>
                  <a:ext cx="711720" cy="72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A711E06-BCCD-F4FF-60C6-673536BD70F1}"/>
              </a:ext>
            </a:extLst>
          </p:cNvPr>
          <p:cNvGrpSpPr/>
          <p:nvPr/>
        </p:nvGrpSpPr>
        <p:grpSpPr>
          <a:xfrm rot="615255">
            <a:off x="23373730" y="12874555"/>
            <a:ext cx="4279710" cy="4311722"/>
            <a:chOff x="4797777" y="3861387"/>
            <a:chExt cx="7794172" cy="792480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8" name="Rectangle: Folded Corner 35">
              <a:extLst>
                <a:ext uri="{FF2B5EF4-FFF2-40B4-BE49-F238E27FC236}">
                  <a16:creationId xmlns:a16="http://schemas.microsoft.com/office/drawing/2014/main" id="{60A6E6CC-9E65-8EB8-F634-B6E03BF68F8C}"/>
                </a:ext>
              </a:extLst>
            </p:cNvPr>
            <p:cNvSpPr/>
            <p:nvPr/>
          </p:nvSpPr>
          <p:spPr>
            <a:xfrm>
              <a:off x="4797777" y="3861387"/>
              <a:ext cx="7794172" cy="7924800"/>
            </a:xfrm>
            <a:prstGeom prst="foldedCorne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271" dirty="0" err="1">
                  <a:latin typeface="Arial" panose="020B0604020202020204" pitchFamily="34" charset="0"/>
                  <a:cs typeface="Arial" panose="020B0604020202020204" pitchFamily="34" charset="0"/>
                </a:rPr>
                <a:t>Thr</a:t>
              </a:r>
              <a:endParaRPr lang="en-GB" sz="127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TextBox 3">
              <a:extLst>
                <a:ext uri="{FF2B5EF4-FFF2-40B4-BE49-F238E27FC236}">
                  <a16:creationId xmlns:a16="http://schemas.microsoft.com/office/drawing/2014/main" id="{DC820A3A-4B9E-2989-0273-A3E8E3E3A975}"/>
                </a:ext>
              </a:extLst>
            </p:cNvPr>
            <p:cNvSpPr txBox="1"/>
            <p:nvPr/>
          </p:nvSpPr>
          <p:spPr>
            <a:xfrm>
              <a:off x="5469655" y="4472065"/>
              <a:ext cx="6671923" cy="56002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Also use Ctrl + mouse wheel to Zoom in and out of a large poster, it helps with object alignment!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013E5545-E9C1-675F-5E2D-638F75089F3D}"/>
              </a:ext>
            </a:extLst>
          </p:cNvPr>
          <p:cNvSpPr txBox="1"/>
          <p:nvPr/>
        </p:nvSpPr>
        <p:spPr>
          <a:xfrm>
            <a:off x="7720773" y="445329"/>
            <a:ext cx="11394401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Digital Champions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Look for the Digital Champions in the Writing Café (group study area),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they can help you with software questions or concerns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Speak to Writing Mentors about your posters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Book a one to ones with your Learning Development Advisor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671E070-F0F5-1668-BC75-A573BF3F81F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76" y="20011187"/>
            <a:ext cx="5163323" cy="1066802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4204D0F1-5BB7-5A2C-294C-EF2F4E13F2ED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58910" t="-2629" r="380" b="2629"/>
          <a:stretch/>
        </p:blipFill>
        <p:spPr>
          <a:xfrm>
            <a:off x="11092737" y="6862225"/>
            <a:ext cx="4978912" cy="870532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FAEEF0A9-382E-0124-C82A-080249A0F831}"/>
              </a:ext>
            </a:extLst>
          </p:cNvPr>
          <p:cNvSpPr txBox="1"/>
          <p:nvPr/>
        </p:nvSpPr>
        <p:spPr>
          <a:xfrm>
            <a:off x="6173682" y="20079900"/>
            <a:ext cx="6913525" cy="449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logo has a clear background, so it can be mounted on coloured objects. However, keep a good contrast with any background colours, do not use very dark colours.  Light colours are preferred for UoP logo use.</a:t>
            </a:r>
          </a:p>
        </p:txBody>
      </p:sp>
    </p:spTree>
    <p:extLst>
      <p:ext uri="{BB962C8B-B14F-4D97-AF65-F5344CB8AC3E}">
        <p14:creationId xmlns:p14="http://schemas.microsoft.com/office/powerpoint/2010/main" val="530449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dc781de3-bafc-4db7-a392-5d8a9e9bc0f5" xsi:nil="true"/>
    <Invited_Students xmlns="dc781de3-bafc-4db7-a392-5d8a9e9bc0f5" xsi:nil="true"/>
    <FolderType xmlns="dc781de3-bafc-4db7-a392-5d8a9e9bc0f5" xsi:nil="true"/>
    <Owner xmlns="dc781de3-bafc-4db7-a392-5d8a9e9bc0f5">
      <UserInfo>
        <DisplayName/>
        <AccountId xsi:nil="true"/>
        <AccountType/>
      </UserInfo>
    </Owner>
    <AppVersion xmlns="dc781de3-bafc-4db7-a392-5d8a9e9bc0f5" xsi:nil="true"/>
    <DefaultSectionNames xmlns="dc781de3-bafc-4db7-a392-5d8a9e9bc0f5" xsi:nil="true"/>
    <Teachers xmlns="dc781de3-bafc-4db7-a392-5d8a9e9bc0f5">
      <UserInfo>
        <DisplayName/>
        <AccountId xsi:nil="true"/>
        <AccountType/>
      </UserInfo>
    </Teachers>
    <Students xmlns="dc781de3-bafc-4db7-a392-5d8a9e9bc0f5">
      <UserInfo>
        <DisplayName/>
        <AccountId xsi:nil="true"/>
        <AccountType/>
      </UserInfo>
    </Students>
    <Student_Groups xmlns="dc781de3-bafc-4db7-a392-5d8a9e9bc0f5">
      <UserInfo>
        <DisplayName/>
        <AccountId xsi:nil="true"/>
        <AccountType/>
      </UserInfo>
    </Student_Groups>
    <Invited_Teachers xmlns="dc781de3-bafc-4db7-a392-5d8a9e9bc0f5" xsi:nil="true"/>
    <Self_Registration_Enabled xmlns="dc781de3-bafc-4db7-a392-5d8a9e9bc0f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3530F9ADBD1D48AC3974C37B1F16E8" ma:contentTypeVersion="24" ma:contentTypeDescription="Create a new document." ma:contentTypeScope="" ma:versionID="70394ba201040ca3d815e3c4f7012274">
  <xsd:schema xmlns:xsd="http://www.w3.org/2001/XMLSchema" xmlns:xs="http://www.w3.org/2001/XMLSchema" xmlns:p="http://schemas.microsoft.com/office/2006/metadata/properties" xmlns:ns3="72339acb-e8cc-4142-9dab-9dca3e7dada8" xmlns:ns4="dc781de3-bafc-4db7-a392-5d8a9e9bc0f5" targetNamespace="http://schemas.microsoft.com/office/2006/metadata/properties" ma:root="true" ma:fieldsID="d0d4fd1207dbf170f06c018f7c6b1e9a" ns3:_="" ns4:_="">
    <xsd:import namespace="72339acb-e8cc-4142-9dab-9dca3e7dada8"/>
    <xsd:import namespace="dc781de3-bafc-4db7-a392-5d8a9e9bc0f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NotebookType" minOccurs="0"/>
                <xsd:element ref="ns4:FolderType" minOccurs="0"/>
                <xsd:element ref="ns4:Owner" minOccurs="0"/>
                <xsd:element ref="ns4:DefaultSectionNames" minOccurs="0"/>
                <xsd:element ref="ns4:AppVersion" minOccurs="0"/>
                <xsd:element ref="ns4:Teachers" minOccurs="0"/>
                <xsd:element ref="ns4:Students" minOccurs="0"/>
                <xsd:element ref="ns4:Student_Groups" minOccurs="0"/>
                <xsd:element ref="ns4:Invited_Teachers" minOccurs="0"/>
                <xsd:element ref="ns4:Invited_Students" minOccurs="0"/>
                <xsd:element ref="ns4:Self_Registration_Enabled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Location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39acb-e8cc-4142-9dab-9dca3e7dad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781de3-bafc-4db7-a392-5d8a9e9bc0f5" elementFormDefault="qualified">
    <xsd:import namespace="http://schemas.microsoft.com/office/2006/documentManagement/types"/>
    <xsd:import namespace="http://schemas.microsoft.com/office/infopath/2007/PartnerControls"/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4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AppVersion" ma:index="15" nillable="true" ma:displayName="App Version" ma:internalName="AppVersion">
      <xsd:simpleType>
        <xsd:restriction base="dms:Text"/>
      </xsd:simpleType>
    </xsd:element>
    <xsd:element name="Teachers" ma:index="16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7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8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19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0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1" nillable="true" ma:displayName="Self_Registration_Enabled" ma:internalName="Self_Registration_Enabled">
      <xsd:simpleType>
        <xsd:restriction base="dms:Boolean"/>
      </xsd:simpleType>
    </xsd:element>
    <xsd:element name="MediaServiceMetadata" ma:index="2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2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24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2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6" nillable="true" ma:displayName="MediaServiceLocation" ma:internalName="MediaServiceLocation" ma:readOnly="true">
      <xsd:simpleType>
        <xsd:restriction base="dms:Text"/>
      </xsd:simpleType>
    </xsd:element>
    <xsd:element name="MediaServiceOCR" ma:index="27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3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E91343-FC66-4181-B87C-9673093321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8338919-CAB7-4AC9-BE2B-610C7C37C733}">
  <ds:schemaRefs>
    <ds:schemaRef ds:uri="72339acb-e8cc-4142-9dab-9dca3e7dada8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dcmitype/"/>
    <ds:schemaRef ds:uri="dc781de3-bafc-4db7-a392-5d8a9e9bc0f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D556809-3C50-4FFA-808E-E6B975D925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339acb-e8cc-4142-9dab-9dca3e7dada8"/>
    <ds:schemaRef ds:uri="dc781de3-bafc-4db7-a392-5d8a9e9bc0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1272</TotalTime>
  <Words>474</Words>
  <Application>Microsoft Macintosh PowerPoint</Application>
  <PresentationFormat>Custom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Jason Truscott</dc:creator>
  <cp:lastModifiedBy>Jason Truscott</cp:lastModifiedBy>
  <cp:revision>16</cp:revision>
  <dcterms:created xsi:type="dcterms:W3CDTF">2021-02-16T17:14:33Z</dcterms:created>
  <dcterms:modified xsi:type="dcterms:W3CDTF">2024-02-28T20:55:40Z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0x010100183530F9ADBD1D48AC3974C37B1F16E8</vt:lpwstr>
  </property>
</Properties>
</file>